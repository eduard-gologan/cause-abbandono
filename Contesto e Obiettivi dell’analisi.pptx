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4660"/>
  </p:normalViewPr>
  <p:slideViewPr>
    <p:cSldViewPr snapToGrid="0">
      <p:cViewPr varScale="1">
        <p:scale>
          <a:sx n="91" d="100"/>
          <a:sy n="91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19BAA1-8B16-46C6-B714-CC223D492FC4}" type="doc">
      <dgm:prSet loTypeId="urn:microsoft.com/office/officeart/2005/8/layout/vList3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AFBB9736-EE2F-4A14-A4ED-B08288326766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Dataset </a:t>
          </a:r>
          <a:r>
            <a:rPr lang="it-IT" dirty="0" err="1">
              <a:latin typeface="Arial" panose="020B0604020202020204" pitchFamily="34" charset="0"/>
              <a:cs typeface="Arial" panose="020B0604020202020204" pitchFamily="34" charset="0"/>
            </a:rPr>
            <a:t>Utilizzato:WA_Fn-UseC_-HR-Employee-Attrition.csv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EC41D4-F020-4481-96AC-417E74DE27B0}" type="parTrans" cxnId="{6ECDDBFE-64B5-4B59-9843-AFF3C4A36B67}">
      <dgm:prSet/>
      <dgm:spPr/>
      <dgm:t>
        <a:bodyPr/>
        <a:lstStyle/>
        <a:p>
          <a:endParaRPr lang="it-IT"/>
        </a:p>
      </dgm:t>
    </dgm:pt>
    <dgm:pt modelId="{167FF867-735B-416A-A4C1-09D81447A4D3}" type="sibTrans" cxnId="{6ECDDBFE-64B5-4B59-9843-AFF3C4A36B67}">
      <dgm:prSet/>
      <dgm:spPr/>
      <dgm:t>
        <a:bodyPr/>
        <a:lstStyle/>
        <a:p>
          <a:endParaRPr lang="it-IT"/>
        </a:p>
      </dgm:t>
    </dgm:pt>
    <dgm:pt modelId="{C7DCC800-CEE5-472D-945D-3BA37863B845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Obiettivo: Individuare i pattern legati all’abbandono dei dipendenti;</a:t>
          </a:r>
        </a:p>
      </dgm:t>
    </dgm:pt>
    <dgm:pt modelId="{9C517E0E-60D9-497E-AB61-81427C61173F}" type="parTrans" cxnId="{A1D066AE-1CBD-477F-970F-3AB9ED182CE3}">
      <dgm:prSet/>
      <dgm:spPr/>
      <dgm:t>
        <a:bodyPr/>
        <a:lstStyle/>
        <a:p>
          <a:endParaRPr lang="it-IT"/>
        </a:p>
      </dgm:t>
    </dgm:pt>
    <dgm:pt modelId="{EF73720C-ED20-49C2-808E-3343A2749AA4}" type="sibTrans" cxnId="{A1D066AE-1CBD-477F-970F-3AB9ED182CE3}">
      <dgm:prSet/>
      <dgm:spPr/>
      <dgm:t>
        <a:bodyPr/>
        <a:lstStyle/>
        <a:p>
          <a:endParaRPr lang="it-IT"/>
        </a:p>
      </dgm:t>
    </dgm:pt>
    <dgm:pt modelId="{E496A5C6-D567-447B-90F4-0AD49952B675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Strumenti Usati; Python(Pandas, Numpy, Seaborn, Jupyter Notebook) e Tableau;</a:t>
          </a:r>
        </a:p>
      </dgm:t>
    </dgm:pt>
    <dgm:pt modelId="{AA859C23-30A0-40B3-8019-34BA6E73752E}" type="parTrans" cxnId="{2369E55E-3756-4AE3-B009-E16DC27E3C10}">
      <dgm:prSet/>
      <dgm:spPr/>
      <dgm:t>
        <a:bodyPr/>
        <a:lstStyle/>
        <a:p>
          <a:endParaRPr lang="it-IT"/>
        </a:p>
      </dgm:t>
    </dgm:pt>
    <dgm:pt modelId="{742F2DAE-E41B-4910-B701-3DEFB6AD059C}" type="sibTrans" cxnId="{2369E55E-3756-4AE3-B009-E16DC27E3C10}">
      <dgm:prSet/>
      <dgm:spPr/>
      <dgm:t>
        <a:bodyPr/>
        <a:lstStyle/>
        <a:p>
          <a:endParaRPr lang="it-IT"/>
        </a:p>
      </dgm:t>
    </dgm:pt>
    <dgm:pt modelId="{05080FB0-2F83-4012-A32B-0D1B2CB4491A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Metodo: Analisi esplorative, trasformazione dati e insight testuali;</a:t>
          </a:r>
        </a:p>
      </dgm:t>
    </dgm:pt>
    <dgm:pt modelId="{01DED618-3B36-4E89-97CF-8686FF0AE670}" type="parTrans" cxnId="{D3060FC2-8068-40C8-9C6C-A8FC4D6CBA99}">
      <dgm:prSet/>
      <dgm:spPr/>
      <dgm:t>
        <a:bodyPr/>
        <a:lstStyle/>
        <a:p>
          <a:endParaRPr lang="it-IT"/>
        </a:p>
      </dgm:t>
    </dgm:pt>
    <dgm:pt modelId="{20D11C84-7C61-4673-A505-EEB8123E1BD8}" type="sibTrans" cxnId="{D3060FC2-8068-40C8-9C6C-A8FC4D6CBA99}">
      <dgm:prSet/>
      <dgm:spPr/>
      <dgm:t>
        <a:bodyPr/>
        <a:lstStyle/>
        <a:p>
          <a:endParaRPr lang="it-IT"/>
        </a:p>
      </dgm:t>
    </dgm:pt>
    <dgm:pt modelId="{2D0A78CA-77EC-4913-8F1E-180EAA1A107D}" type="pres">
      <dgm:prSet presAssocID="{1919BAA1-8B16-46C6-B714-CC223D492FC4}" presName="linearFlow" presStyleCnt="0">
        <dgm:presLayoutVars>
          <dgm:dir/>
          <dgm:resizeHandles val="exact"/>
        </dgm:presLayoutVars>
      </dgm:prSet>
      <dgm:spPr/>
    </dgm:pt>
    <dgm:pt modelId="{98281AF1-6B1A-4B5C-9EB1-5FF2B849EDBF}" type="pres">
      <dgm:prSet presAssocID="{AFBB9736-EE2F-4A14-A4ED-B08288326766}" presName="composite" presStyleCnt="0"/>
      <dgm:spPr/>
    </dgm:pt>
    <dgm:pt modelId="{C47F7A40-357A-4DDB-A0A6-1E2005DA39FC}" type="pres">
      <dgm:prSet presAssocID="{AFBB9736-EE2F-4A14-A4ED-B08288326766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 con riempimento a tinta unita"/>
        </a:ext>
      </dgm:extLst>
    </dgm:pt>
    <dgm:pt modelId="{8EE60C4C-05F2-4C9C-9D03-9373CDCA3B67}" type="pres">
      <dgm:prSet presAssocID="{AFBB9736-EE2F-4A14-A4ED-B08288326766}" presName="txShp" presStyleLbl="node1" presStyleIdx="0" presStyleCnt="4" custLinFactNeighborX="418">
        <dgm:presLayoutVars>
          <dgm:bulletEnabled val="1"/>
        </dgm:presLayoutVars>
      </dgm:prSet>
      <dgm:spPr/>
    </dgm:pt>
    <dgm:pt modelId="{9185465F-A886-4A23-81B8-84734F2D25DF}" type="pres">
      <dgm:prSet presAssocID="{167FF867-735B-416A-A4C1-09D81447A4D3}" presName="spacing" presStyleCnt="0"/>
      <dgm:spPr/>
    </dgm:pt>
    <dgm:pt modelId="{3945E1CA-D87F-4148-9B86-90F5CE107FAB}" type="pres">
      <dgm:prSet presAssocID="{C7DCC800-CEE5-472D-945D-3BA37863B845}" presName="composite" presStyleCnt="0"/>
      <dgm:spPr/>
    </dgm:pt>
    <dgm:pt modelId="{E6A4260D-5B1E-42A0-A48A-C71F6746E39D}" type="pres">
      <dgm:prSet presAssocID="{C7DCC800-CEE5-472D-945D-3BA37863B845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 con riempimento a tinta unita"/>
        </a:ext>
      </dgm:extLst>
    </dgm:pt>
    <dgm:pt modelId="{74F6528B-79E6-4488-9CC2-42996D53E6E8}" type="pres">
      <dgm:prSet presAssocID="{C7DCC800-CEE5-472D-945D-3BA37863B845}" presName="txShp" presStyleLbl="node1" presStyleIdx="1" presStyleCnt="4">
        <dgm:presLayoutVars>
          <dgm:bulletEnabled val="1"/>
        </dgm:presLayoutVars>
      </dgm:prSet>
      <dgm:spPr/>
    </dgm:pt>
    <dgm:pt modelId="{63BE0978-ED33-4D82-A7B0-3D029EDD45C1}" type="pres">
      <dgm:prSet presAssocID="{EF73720C-ED20-49C2-808E-3343A2749AA4}" presName="spacing" presStyleCnt="0"/>
      <dgm:spPr/>
    </dgm:pt>
    <dgm:pt modelId="{3ABA9D04-2301-479D-A933-1F7044248188}" type="pres">
      <dgm:prSet presAssocID="{E496A5C6-D567-447B-90F4-0AD49952B675}" presName="composite" presStyleCnt="0"/>
      <dgm:spPr/>
    </dgm:pt>
    <dgm:pt modelId="{7D3B549B-C1CB-40E1-80C0-349B9D9E19A7}" type="pres">
      <dgm:prSet presAssocID="{E496A5C6-D567-447B-90F4-0AD49952B675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granaggi con riempimento a tinta unita"/>
        </a:ext>
      </dgm:extLst>
    </dgm:pt>
    <dgm:pt modelId="{F61A759C-11DB-4E11-B7CB-F19A81E4CFF1}" type="pres">
      <dgm:prSet presAssocID="{E496A5C6-D567-447B-90F4-0AD49952B675}" presName="txShp" presStyleLbl="node1" presStyleIdx="2" presStyleCnt="4">
        <dgm:presLayoutVars>
          <dgm:bulletEnabled val="1"/>
        </dgm:presLayoutVars>
      </dgm:prSet>
      <dgm:spPr/>
    </dgm:pt>
    <dgm:pt modelId="{F3D785DF-0DC0-44B7-BF23-7E70A90852A8}" type="pres">
      <dgm:prSet presAssocID="{742F2DAE-E41B-4910-B701-3DEFB6AD059C}" presName="spacing" presStyleCnt="0"/>
      <dgm:spPr/>
    </dgm:pt>
    <dgm:pt modelId="{101A7B37-6191-421C-B9A5-A42195D173F5}" type="pres">
      <dgm:prSet presAssocID="{05080FB0-2F83-4012-A32B-0D1B2CB4491A}" presName="composite" presStyleCnt="0"/>
      <dgm:spPr/>
    </dgm:pt>
    <dgm:pt modelId="{148A91B0-8F42-4F45-A660-FD36479C56EF}" type="pres">
      <dgm:prSet presAssocID="{05080FB0-2F83-4012-A32B-0D1B2CB4491A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rchi con frecce con riempimento a tinta unita"/>
        </a:ext>
      </dgm:extLst>
    </dgm:pt>
    <dgm:pt modelId="{34AE23A2-E06D-4750-99BE-9041A3F2D6FA}" type="pres">
      <dgm:prSet presAssocID="{05080FB0-2F83-4012-A32B-0D1B2CB4491A}" presName="txShp" presStyleLbl="node1" presStyleIdx="3" presStyleCnt="4">
        <dgm:presLayoutVars>
          <dgm:bulletEnabled val="1"/>
        </dgm:presLayoutVars>
      </dgm:prSet>
      <dgm:spPr/>
    </dgm:pt>
  </dgm:ptLst>
  <dgm:cxnLst>
    <dgm:cxn modelId="{63751E2F-2605-4E3C-AACA-545588293493}" type="presOf" srcId="{AFBB9736-EE2F-4A14-A4ED-B08288326766}" destId="{8EE60C4C-05F2-4C9C-9D03-9373CDCA3B67}" srcOrd="0" destOrd="0" presId="urn:microsoft.com/office/officeart/2005/8/layout/vList3"/>
    <dgm:cxn modelId="{2369E55E-3756-4AE3-B009-E16DC27E3C10}" srcId="{1919BAA1-8B16-46C6-B714-CC223D492FC4}" destId="{E496A5C6-D567-447B-90F4-0AD49952B675}" srcOrd="2" destOrd="0" parTransId="{AA859C23-30A0-40B3-8019-34BA6E73752E}" sibTransId="{742F2DAE-E41B-4910-B701-3DEFB6AD059C}"/>
    <dgm:cxn modelId="{97E02B62-6CC9-40F3-A9BC-EE868410F59B}" type="presOf" srcId="{E496A5C6-D567-447B-90F4-0AD49952B675}" destId="{F61A759C-11DB-4E11-B7CB-F19A81E4CFF1}" srcOrd="0" destOrd="0" presId="urn:microsoft.com/office/officeart/2005/8/layout/vList3"/>
    <dgm:cxn modelId="{FF708472-94D4-44ED-93D0-F253B2B55A69}" type="presOf" srcId="{05080FB0-2F83-4012-A32B-0D1B2CB4491A}" destId="{34AE23A2-E06D-4750-99BE-9041A3F2D6FA}" srcOrd="0" destOrd="0" presId="urn:microsoft.com/office/officeart/2005/8/layout/vList3"/>
    <dgm:cxn modelId="{A1D066AE-1CBD-477F-970F-3AB9ED182CE3}" srcId="{1919BAA1-8B16-46C6-B714-CC223D492FC4}" destId="{C7DCC800-CEE5-472D-945D-3BA37863B845}" srcOrd="1" destOrd="0" parTransId="{9C517E0E-60D9-497E-AB61-81427C61173F}" sibTransId="{EF73720C-ED20-49C2-808E-3343A2749AA4}"/>
    <dgm:cxn modelId="{D3060FC2-8068-40C8-9C6C-A8FC4D6CBA99}" srcId="{1919BAA1-8B16-46C6-B714-CC223D492FC4}" destId="{05080FB0-2F83-4012-A32B-0D1B2CB4491A}" srcOrd="3" destOrd="0" parTransId="{01DED618-3B36-4E89-97CF-8686FF0AE670}" sibTransId="{20D11C84-7C61-4673-A505-EEB8123E1BD8}"/>
    <dgm:cxn modelId="{44D4B9DE-E8CE-4D5F-9099-422611AB092A}" type="presOf" srcId="{C7DCC800-CEE5-472D-945D-3BA37863B845}" destId="{74F6528B-79E6-4488-9CC2-42996D53E6E8}" srcOrd="0" destOrd="0" presId="urn:microsoft.com/office/officeart/2005/8/layout/vList3"/>
    <dgm:cxn modelId="{E8EFEDF9-3A0F-4877-8229-28F0192DB7F4}" type="presOf" srcId="{1919BAA1-8B16-46C6-B714-CC223D492FC4}" destId="{2D0A78CA-77EC-4913-8F1E-180EAA1A107D}" srcOrd="0" destOrd="0" presId="urn:microsoft.com/office/officeart/2005/8/layout/vList3"/>
    <dgm:cxn modelId="{6ECDDBFE-64B5-4B59-9843-AFF3C4A36B67}" srcId="{1919BAA1-8B16-46C6-B714-CC223D492FC4}" destId="{AFBB9736-EE2F-4A14-A4ED-B08288326766}" srcOrd="0" destOrd="0" parTransId="{5FEC41D4-F020-4481-96AC-417E74DE27B0}" sibTransId="{167FF867-735B-416A-A4C1-09D81447A4D3}"/>
    <dgm:cxn modelId="{0C59A238-FA0C-4151-B6E6-A8B31F84019A}" type="presParOf" srcId="{2D0A78CA-77EC-4913-8F1E-180EAA1A107D}" destId="{98281AF1-6B1A-4B5C-9EB1-5FF2B849EDBF}" srcOrd="0" destOrd="0" presId="urn:microsoft.com/office/officeart/2005/8/layout/vList3"/>
    <dgm:cxn modelId="{F224E61B-554A-4A18-ACF2-EA89C3C9CC72}" type="presParOf" srcId="{98281AF1-6B1A-4B5C-9EB1-5FF2B849EDBF}" destId="{C47F7A40-357A-4DDB-A0A6-1E2005DA39FC}" srcOrd="0" destOrd="0" presId="urn:microsoft.com/office/officeart/2005/8/layout/vList3"/>
    <dgm:cxn modelId="{33E060D6-5613-4E50-A46F-EC49133CE1B6}" type="presParOf" srcId="{98281AF1-6B1A-4B5C-9EB1-5FF2B849EDBF}" destId="{8EE60C4C-05F2-4C9C-9D03-9373CDCA3B67}" srcOrd="1" destOrd="0" presId="urn:microsoft.com/office/officeart/2005/8/layout/vList3"/>
    <dgm:cxn modelId="{C9574C2C-9DAF-4D16-89D4-F0C51F3F5A5F}" type="presParOf" srcId="{2D0A78CA-77EC-4913-8F1E-180EAA1A107D}" destId="{9185465F-A886-4A23-81B8-84734F2D25DF}" srcOrd="1" destOrd="0" presId="urn:microsoft.com/office/officeart/2005/8/layout/vList3"/>
    <dgm:cxn modelId="{62BD9F00-96D3-4C4F-A848-D26F7FDBD8EA}" type="presParOf" srcId="{2D0A78CA-77EC-4913-8F1E-180EAA1A107D}" destId="{3945E1CA-D87F-4148-9B86-90F5CE107FAB}" srcOrd="2" destOrd="0" presId="urn:microsoft.com/office/officeart/2005/8/layout/vList3"/>
    <dgm:cxn modelId="{523513B0-D4FE-4B23-AACA-5FBE2E61DD7D}" type="presParOf" srcId="{3945E1CA-D87F-4148-9B86-90F5CE107FAB}" destId="{E6A4260D-5B1E-42A0-A48A-C71F6746E39D}" srcOrd="0" destOrd="0" presId="urn:microsoft.com/office/officeart/2005/8/layout/vList3"/>
    <dgm:cxn modelId="{700EA3A4-B82C-4706-A733-CF3E186DDC35}" type="presParOf" srcId="{3945E1CA-D87F-4148-9B86-90F5CE107FAB}" destId="{74F6528B-79E6-4488-9CC2-42996D53E6E8}" srcOrd="1" destOrd="0" presId="urn:microsoft.com/office/officeart/2005/8/layout/vList3"/>
    <dgm:cxn modelId="{0EAA927C-7242-467B-A325-AA023712894A}" type="presParOf" srcId="{2D0A78CA-77EC-4913-8F1E-180EAA1A107D}" destId="{63BE0978-ED33-4D82-A7B0-3D029EDD45C1}" srcOrd="3" destOrd="0" presId="urn:microsoft.com/office/officeart/2005/8/layout/vList3"/>
    <dgm:cxn modelId="{774551B7-F0D6-4806-B497-384E4DCD18EE}" type="presParOf" srcId="{2D0A78CA-77EC-4913-8F1E-180EAA1A107D}" destId="{3ABA9D04-2301-479D-A933-1F7044248188}" srcOrd="4" destOrd="0" presId="urn:microsoft.com/office/officeart/2005/8/layout/vList3"/>
    <dgm:cxn modelId="{9E807A7E-98CE-4E18-876D-E895B8B81700}" type="presParOf" srcId="{3ABA9D04-2301-479D-A933-1F7044248188}" destId="{7D3B549B-C1CB-40E1-80C0-349B9D9E19A7}" srcOrd="0" destOrd="0" presId="urn:microsoft.com/office/officeart/2005/8/layout/vList3"/>
    <dgm:cxn modelId="{1EDCC3FF-CAEC-41D2-894B-E400EBC2FF44}" type="presParOf" srcId="{3ABA9D04-2301-479D-A933-1F7044248188}" destId="{F61A759C-11DB-4E11-B7CB-F19A81E4CFF1}" srcOrd="1" destOrd="0" presId="urn:microsoft.com/office/officeart/2005/8/layout/vList3"/>
    <dgm:cxn modelId="{F8D58970-F2CE-4815-9EA3-08A3ED03718B}" type="presParOf" srcId="{2D0A78CA-77EC-4913-8F1E-180EAA1A107D}" destId="{F3D785DF-0DC0-44B7-BF23-7E70A90852A8}" srcOrd="5" destOrd="0" presId="urn:microsoft.com/office/officeart/2005/8/layout/vList3"/>
    <dgm:cxn modelId="{8415B915-E3C8-42C7-980F-4F0305E21275}" type="presParOf" srcId="{2D0A78CA-77EC-4913-8F1E-180EAA1A107D}" destId="{101A7B37-6191-421C-B9A5-A42195D173F5}" srcOrd="6" destOrd="0" presId="urn:microsoft.com/office/officeart/2005/8/layout/vList3"/>
    <dgm:cxn modelId="{3C18F3FA-7022-4C55-A007-8938A844001A}" type="presParOf" srcId="{101A7B37-6191-421C-B9A5-A42195D173F5}" destId="{148A91B0-8F42-4F45-A660-FD36479C56EF}" srcOrd="0" destOrd="0" presId="urn:microsoft.com/office/officeart/2005/8/layout/vList3"/>
    <dgm:cxn modelId="{2F9E0403-8392-4393-877B-C2504A9EA585}" type="presParOf" srcId="{101A7B37-6191-421C-B9A5-A42195D173F5}" destId="{34AE23A2-E06D-4750-99BE-9041A3F2D6F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7D7EEC-CE85-49C1-9A2F-432A8D467A59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9319B387-B5C7-414E-90C3-BDD80EE0503A}">
      <dgm:prSet/>
      <dgm:spPr>
        <a:ln>
          <a:noFill/>
        </a:ln>
      </dgm:spPr>
      <dgm:t>
        <a:bodyPr/>
        <a:lstStyle/>
        <a:p>
          <a:r>
            <a:rPr lang="en-US" dirty="0"/>
            <a:t>Totale </a:t>
          </a:r>
          <a:r>
            <a:rPr lang="en-US" dirty="0" err="1"/>
            <a:t>dipendenti</a:t>
          </a:r>
          <a:r>
            <a:rPr lang="en-US" dirty="0"/>
            <a:t>: 1470</a:t>
          </a:r>
          <a:endParaRPr lang="it-IT" dirty="0"/>
        </a:p>
      </dgm:t>
    </dgm:pt>
    <dgm:pt modelId="{70657CFB-8296-453E-87AA-E8B57D49C73A}" type="parTrans" cxnId="{F48D4F5F-549D-4DBE-9725-F6FCE0C785C0}">
      <dgm:prSet/>
      <dgm:spPr/>
      <dgm:t>
        <a:bodyPr/>
        <a:lstStyle/>
        <a:p>
          <a:endParaRPr lang="it-IT"/>
        </a:p>
      </dgm:t>
    </dgm:pt>
    <dgm:pt modelId="{2C581EF0-33CB-4FB5-AAAE-BBDA20E0DB0A}" type="sibTrans" cxnId="{F48D4F5F-549D-4DBE-9725-F6FCE0C785C0}">
      <dgm:prSet/>
      <dgm:spPr/>
      <dgm:t>
        <a:bodyPr/>
        <a:lstStyle/>
        <a:p>
          <a:endParaRPr lang="it-IT"/>
        </a:p>
      </dgm:t>
    </dgm:pt>
    <dgm:pt modelId="{820D2D5A-AA15-454E-ADE0-F7072F6E7285}">
      <dgm:prSet/>
      <dgm:spPr>
        <a:ln>
          <a:noFill/>
        </a:ln>
      </dgm:spPr>
      <dgm:t>
        <a:bodyPr/>
        <a:lstStyle/>
        <a:p>
          <a:r>
            <a:rPr lang="en-US" dirty="0"/>
            <a:t>Impiegati </a:t>
          </a:r>
          <a:r>
            <a:rPr lang="en-US" dirty="0" err="1"/>
            <a:t>che</a:t>
          </a:r>
          <a:r>
            <a:rPr lang="en-US" dirty="0"/>
            <a:t> </a:t>
          </a:r>
          <a:r>
            <a:rPr lang="en-US" dirty="0" err="1"/>
            <a:t>fanno</a:t>
          </a:r>
          <a:r>
            <a:rPr lang="en-US" dirty="0"/>
            <a:t> straordinari: 28,29%</a:t>
          </a:r>
          <a:endParaRPr lang="it-IT" dirty="0"/>
        </a:p>
      </dgm:t>
    </dgm:pt>
    <dgm:pt modelId="{094A7E1B-790F-48A7-B557-829AAE340C10}" type="parTrans" cxnId="{FE4DB930-280B-4B31-AF5F-AA1E429A5192}">
      <dgm:prSet/>
      <dgm:spPr/>
      <dgm:t>
        <a:bodyPr/>
        <a:lstStyle/>
        <a:p>
          <a:endParaRPr lang="it-IT"/>
        </a:p>
      </dgm:t>
    </dgm:pt>
    <dgm:pt modelId="{0B608D99-621B-4AF0-9B4E-E35E92E71E41}" type="sibTrans" cxnId="{FE4DB930-280B-4B31-AF5F-AA1E429A5192}">
      <dgm:prSet/>
      <dgm:spPr/>
      <dgm:t>
        <a:bodyPr/>
        <a:lstStyle/>
        <a:p>
          <a:endParaRPr lang="it-IT"/>
        </a:p>
      </dgm:t>
    </dgm:pt>
    <dgm:pt modelId="{AE290C6D-6B4A-4202-900F-659CDE395D8C}">
      <dgm:prSet/>
      <dgm:spPr>
        <a:ln>
          <a:noFill/>
        </a:ln>
      </dgm:spPr>
      <dgm:t>
        <a:bodyPr/>
        <a:lstStyle/>
        <a:p>
          <a:r>
            <a:rPr lang="en-US" dirty="0"/>
            <a:t>Tasso di abbandono con li </a:t>
          </a:r>
          <a:r>
            <a:rPr lang="en-US" dirty="0" err="1"/>
            <a:t>straordinari</a:t>
          </a:r>
          <a:r>
            <a:rPr lang="en-US" dirty="0"/>
            <a:t>:  8,64%</a:t>
          </a:r>
          <a:endParaRPr lang="it-IT" dirty="0"/>
        </a:p>
      </dgm:t>
    </dgm:pt>
    <dgm:pt modelId="{DECACA69-F26E-4EDE-A348-8EECDC1F89AF}" type="parTrans" cxnId="{BABAF0C4-BE0A-41C7-B9BC-51FFE07F88EC}">
      <dgm:prSet/>
      <dgm:spPr/>
      <dgm:t>
        <a:bodyPr/>
        <a:lstStyle/>
        <a:p>
          <a:endParaRPr lang="it-IT"/>
        </a:p>
      </dgm:t>
    </dgm:pt>
    <dgm:pt modelId="{8F4F739A-D979-4B9C-8D71-6E8A359908DF}" type="sibTrans" cxnId="{BABAF0C4-BE0A-41C7-B9BC-51FFE07F88EC}">
      <dgm:prSet/>
      <dgm:spPr/>
      <dgm:t>
        <a:bodyPr/>
        <a:lstStyle/>
        <a:p>
          <a:endParaRPr lang="it-IT"/>
        </a:p>
      </dgm:t>
    </dgm:pt>
    <dgm:pt modelId="{A8263891-CB5E-40B0-8189-6CE164850CAB}">
      <dgm:prSet/>
      <dgm:spPr>
        <a:ln>
          <a:noFill/>
        </a:ln>
      </dgm:spPr>
      <dgm:t>
        <a:bodyPr/>
        <a:lstStyle/>
        <a:p>
          <a:r>
            <a:rPr lang="en-US" dirty="0"/>
            <a:t>Tasso di abbandono senza </a:t>
          </a:r>
          <a:r>
            <a:rPr lang="en-US" dirty="0" err="1"/>
            <a:t>straordinari</a:t>
          </a:r>
          <a:r>
            <a:rPr lang="en-US" dirty="0"/>
            <a:t>: 7,48%</a:t>
          </a:r>
          <a:endParaRPr lang="it-IT" dirty="0"/>
        </a:p>
      </dgm:t>
    </dgm:pt>
    <dgm:pt modelId="{19A68CE1-DA71-4E58-8441-92FF4C4792C7}" type="parTrans" cxnId="{50A664CF-4E98-4791-91CF-A5BF15F0BCE9}">
      <dgm:prSet/>
      <dgm:spPr/>
      <dgm:t>
        <a:bodyPr/>
        <a:lstStyle/>
        <a:p>
          <a:endParaRPr lang="it-IT"/>
        </a:p>
      </dgm:t>
    </dgm:pt>
    <dgm:pt modelId="{9B2FFF34-DA93-46A9-B628-86930CB8AD0B}" type="sibTrans" cxnId="{50A664CF-4E98-4791-91CF-A5BF15F0BCE9}">
      <dgm:prSet/>
      <dgm:spPr/>
      <dgm:t>
        <a:bodyPr/>
        <a:lstStyle/>
        <a:p>
          <a:endParaRPr lang="it-IT"/>
        </a:p>
      </dgm:t>
    </dgm:pt>
    <dgm:pt modelId="{74E4F448-185D-4681-A31A-8DF1A428900F}" type="pres">
      <dgm:prSet presAssocID="{627D7EEC-CE85-49C1-9A2F-432A8D467A59}" presName="linear" presStyleCnt="0">
        <dgm:presLayoutVars>
          <dgm:animLvl val="lvl"/>
          <dgm:resizeHandles val="exact"/>
        </dgm:presLayoutVars>
      </dgm:prSet>
      <dgm:spPr/>
    </dgm:pt>
    <dgm:pt modelId="{91378E06-2A5B-452F-A6E2-4D253CDA5E2F}" type="pres">
      <dgm:prSet presAssocID="{9319B387-B5C7-414E-90C3-BDD80EE050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C94635-828C-4EFB-8515-6960EE843311}" type="pres">
      <dgm:prSet presAssocID="{2C581EF0-33CB-4FB5-AAAE-BBDA20E0DB0A}" presName="spacer" presStyleCnt="0"/>
      <dgm:spPr/>
    </dgm:pt>
    <dgm:pt modelId="{C536C9DB-FA5C-4DF1-B38B-00164F4B5B44}" type="pres">
      <dgm:prSet presAssocID="{820D2D5A-AA15-454E-ADE0-F7072F6E72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86DDE3-A915-4BA6-AB65-4B9D5FE40F86}" type="pres">
      <dgm:prSet presAssocID="{0B608D99-621B-4AF0-9B4E-E35E92E71E41}" presName="spacer" presStyleCnt="0"/>
      <dgm:spPr/>
    </dgm:pt>
    <dgm:pt modelId="{16668BAF-D0FF-4C36-96AB-C04BD1C86491}" type="pres">
      <dgm:prSet presAssocID="{AE290C6D-6B4A-4202-900F-659CDE395D8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5BD848-9C1F-4D83-B3B3-A6240C99B74B}" type="pres">
      <dgm:prSet presAssocID="{8F4F739A-D979-4B9C-8D71-6E8A359908DF}" presName="spacer" presStyleCnt="0"/>
      <dgm:spPr/>
    </dgm:pt>
    <dgm:pt modelId="{0429C3B8-9710-4915-93D2-1CBE30DF9C15}" type="pres">
      <dgm:prSet presAssocID="{A8263891-CB5E-40B0-8189-6CE164850C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B88F0C-97CA-4446-8E83-FD9FB0ED327A}" type="presOf" srcId="{A8263891-CB5E-40B0-8189-6CE164850CAB}" destId="{0429C3B8-9710-4915-93D2-1CBE30DF9C15}" srcOrd="0" destOrd="0" presId="urn:microsoft.com/office/officeart/2005/8/layout/vList2"/>
    <dgm:cxn modelId="{4730192E-B0C3-431B-A80B-E33117C18CB6}" type="presOf" srcId="{AE290C6D-6B4A-4202-900F-659CDE395D8C}" destId="{16668BAF-D0FF-4C36-96AB-C04BD1C86491}" srcOrd="0" destOrd="0" presId="urn:microsoft.com/office/officeart/2005/8/layout/vList2"/>
    <dgm:cxn modelId="{FE4DB930-280B-4B31-AF5F-AA1E429A5192}" srcId="{627D7EEC-CE85-49C1-9A2F-432A8D467A59}" destId="{820D2D5A-AA15-454E-ADE0-F7072F6E7285}" srcOrd="1" destOrd="0" parTransId="{094A7E1B-790F-48A7-B557-829AAE340C10}" sibTransId="{0B608D99-621B-4AF0-9B4E-E35E92E71E41}"/>
    <dgm:cxn modelId="{F48D4F5F-549D-4DBE-9725-F6FCE0C785C0}" srcId="{627D7EEC-CE85-49C1-9A2F-432A8D467A59}" destId="{9319B387-B5C7-414E-90C3-BDD80EE0503A}" srcOrd="0" destOrd="0" parTransId="{70657CFB-8296-453E-87AA-E8B57D49C73A}" sibTransId="{2C581EF0-33CB-4FB5-AAAE-BBDA20E0DB0A}"/>
    <dgm:cxn modelId="{18930E46-8105-4EFC-9CFE-9225A2601580}" type="presOf" srcId="{820D2D5A-AA15-454E-ADE0-F7072F6E7285}" destId="{C536C9DB-FA5C-4DF1-B38B-00164F4B5B44}" srcOrd="0" destOrd="0" presId="urn:microsoft.com/office/officeart/2005/8/layout/vList2"/>
    <dgm:cxn modelId="{2000FC98-6B97-4B66-AA1C-A9CD507F599C}" type="presOf" srcId="{627D7EEC-CE85-49C1-9A2F-432A8D467A59}" destId="{74E4F448-185D-4681-A31A-8DF1A428900F}" srcOrd="0" destOrd="0" presId="urn:microsoft.com/office/officeart/2005/8/layout/vList2"/>
    <dgm:cxn modelId="{73D38FB2-46DA-4475-B0BF-91FEAE6FAD08}" type="presOf" srcId="{9319B387-B5C7-414E-90C3-BDD80EE0503A}" destId="{91378E06-2A5B-452F-A6E2-4D253CDA5E2F}" srcOrd="0" destOrd="0" presId="urn:microsoft.com/office/officeart/2005/8/layout/vList2"/>
    <dgm:cxn modelId="{BABAF0C4-BE0A-41C7-B9BC-51FFE07F88EC}" srcId="{627D7EEC-CE85-49C1-9A2F-432A8D467A59}" destId="{AE290C6D-6B4A-4202-900F-659CDE395D8C}" srcOrd="2" destOrd="0" parTransId="{DECACA69-F26E-4EDE-A348-8EECDC1F89AF}" sibTransId="{8F4F739A-D979-4B9C-8D71-6E8A359908DF}"/>
    <dgm:cxn modelId="{50A664CF-4E98-4791-91CF-A5BF15F0BCE9}" srcId="{627D7EEC-CE85-49C1-9A2F-432A8D467A59}" destId="{A8263891-CB5E-40B0-8189-6CE164850CAB}" srcOrd="3" destOrd="0" parTransId="{19A68CE1-DA71-4E58-8441-92FF4C4792C7}" sibTransId="{9B2FFF34-DA93-46A9-B628-86930CB8AD0B}"/>
    <dgm:cxn modelId="{D6E90D39-C364-442C-A015-710679E4E850}" type="presParOf" srcId="{74E4F448-185D-4681-A31A-8DF1A428900F}" destId="{91378E06-2A5B-452F-A6E2-4D253CDA5E2F}" srcOrd="0" destOrd="0" presId="urn:microsoft.com/office/officeart/2005/8/layout/vList2"/>
    <dgm:cxn modelId="{035DF49C-F1F9-4359-B310-95D17F1241D3}" type="presParOf" srcId="{74E4F448-185D-4681-A31A-8DF1A428900F}" destId="{EBC94635-828C-4EFB-8515-6960EE843311}" srcOrd="1" destOrd="0" presId="urn:microsoft.com/office/officeart/2005/8/layout/vList2"/>
    <dgm:cxn modelId="{9C481BAC-1E7F-4742-8701-DFC2C626E3A6}" type="presParOf" srcId="{74E4F448-185D-4681-A31A-8DF1A428900F}" destId="{C536C9DB-FA5C-4DF1-B38B-00164F4B5B44}" srcOrd="2" destOrd="0" presId="urn:microsoft.com/office/officeart/2005/8/layout/vList2"/>
    <dgm:cxn modelId="{1F14DC40-A32B-45C4-8A2C-908651F9D7A8}" type="presParOf" srcId="{74E4F448-185D-4681-A31A-8DF1A428900F}" destId="{BE86DDE3-A915-4BA6-AB65-4B9D5FE40F86}" srcOrd="3" destOrd="0" presId="urn:microsoft.com/office/officeart/2005/8/layout/vList2"/>
    <dgm:cxn modelId="{0B4BD250-F4FD-48FA-8F5E-760B26EE7E31}" type="presParOf" srcId="{74E4F448-185D-4681-A31A-8DF1A428900F}" destId="{16668BAF-D0FF-4C36-96AB-C04BD1C86491}" srcOrd="4" destOrd="0" presId="urn:microsoft.com/office/officeart/2005/8/layout/vList2"/>
    <dgm:cxn modelId="{53BA4DC5-78F6-481A-8932-B688BDD32B14}" type="presParOf" srcId="{74E4F448-185D-4681-A31A-8DF1A428900F}" destId="{6F5BD848-9C1F-4D83-B3B3-A6240C99B74B}" srcOrd="5" destOrd="0" presId="urn:microsoft.com/office/officeart/2005/8/layout/vList2"/>
    <dgm:cxn modelId="{F01193FE-E03F-4C3F-B1E4-C3F6EC3E57B3}" type="presParOf" srcId="{74E4F448-185D-4681-A31A-8DF1A428900F}" destId="{0429C3B8-9710-4915-93D2-1CBE30DF9C15}" srcOrd="6" destOrd="0" presId="urn:microsoft.com/office/officeart/2005/8/layout/vList2"/>
  </dgm:cxnLst>
  <dgm:bg/>
  <dgm:whole>
    <a:ln>
      <a:solidFill>
        <a:schemeClr val="lt1">
          <a:hueOff val="0"/>
          <a:satOff val="0"/>
          <a:lumOff val="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2E83AD-E9FF-4B1A-979C-87D200E6D690}" type="doc">
      <dgm:prSet loTypeId="urn:microsoft.com/office/officeart/2005/8/layout/vList3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8D199480-194D-431C-990D-8AC7F25BA90C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Sales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Esecutive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: 17,48%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C13EDF-8194-4CE3-960A-19E654F1EA47}" type="parTrans" cxnId="{BA4ECD00-479E-489B-8FFB-0B42A57455D0}">
      <dgm:prSet/>
      <dgm:spPr/>
      <dgm:t>
        <a:bodyPr/>
        <a:lstStyle/>
        <a:p>
          <a:endParaRPr lang="it-IT"/>
        </a:p>
      </dgm:t>
    </dgm:pt>
    <dgm:pt modelId="{0233D490-2198-4586-A597-0BEAF4C3C818}" type="sibTrans" cxnId="{BA4ECD00-479E-489B-8FFB-0B42A57455D0}">
      <dgm:prSet/>
      <dgm:spPr/>
      <dgm:t>
        <a:bodyPr/>
        <a:lstStyle/>
        <a:p>
          <a:endParaRPr lang="it-IT"/>
        </a:p>
      </dgm:t>
    </dgm:pt>
    <dgm:pt modelId="{A74202AB-8044-4841-ABCB-9344ADBC191F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Research Scientist: 16,10%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E3435C-92BA-462D-B0DB-F37CFC68774A}" type="parTrans" cxnId="{2D089EFB-3F6D-469E-A3EA-DFE7C42979C2}">
      <dgm:prSet/>
      <dgm:spPr/>
      <dgm:t>
        <a:bodyPr/>
        <a:lstStyle/>
        <a:p>
          <a:endParaRPr lang="it-IT"/>
        </a:p>
      </dgm:t>
    </dgm:pt>
    <dgm:pt modelId="{4E1E7037-1958-40F8-92DE-3B8E66C0FDDA}" type="sibTrans" cxnId="{2D089EFB-3F6D-469E-A3EA-DFE7C42979C2}">
      <dgm:prSet/>
      <dgm:spPr/>
      <dgm:t>
        <a:bodyPr/>
        <a:lstStyle/>
        <a:p>
          <a:endParaRPr lang="it-IT"/>
        </a:p>
      </dgm:t>
    </dgm:pt>
    <dgm:pt modelId="{9A7D5479-E61F-401D-926A-1F36EDCD877A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Laboratory Technician: 23,94%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9E78EB-E8F9-415F-876E-7FAE194CD479}" type="parTrans" cxnId="{65296FB5-B4D4-45B9-BE34-7E587F530BA1}">
      <dgm:prSet/>
      <dgm:spPr/>
      <dgm:t>
        <a:bodyPr/>
        <a:lstStyle/>
        <a:p>
          <a:endParaRPr lang="it-IT"/>
        </a:p>
      </dgm:t>
    </dgm:pt>
    <dgm:pt modelId="{2BC945E9-3FB1-450B-8D7A-A0C2285819A3}" type="sibTrans" cxnId="{65296FB5-B4D4-45B9-BE34-7E587F530BA1}">
      <dgm:prSet/>
      <dgm:spPr/>
      <dgm:t>
        <a:bodyPr/>
        <a:lstStyle/>
        <a:p>
          <a:endParaRPr lang="it-IT"/>
        </a:p>
      </dgm:t>
    </dgm:pt>
    <dgm:pt modelId="{B9647C97-792F-482F-BA7E-98B4A114CBDA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Manufacturing Director: 6,90%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6EA48C-D75D-424B-A281-C58E3CA9E1BA}" type="parTrans" cxnId="{F7638394-F9D0-44E1-AE75-775F6FC0522E}">
      <dgm:prSet/>
      <dgm:spPr/>
      <dgm:t>
        <a:bodyPr/>
        <a:lstStyle/>
        <a:p>
          <a:endParaRPr lang="it-IT"/>
        </a:p>
      </dgm:t>
    </dgm:pt>
    <dgm:pt modelId="{441AC59D-3479-4AC4-89C3-221BCF8E1F9D}" type="sibTrans" cxnId="{F7638394-F9D0-44E1-AE75-775F6FC0522E}">
      <dgm:prSet/>
      <dgm:spPr/>
      <dgm:t>
        <a:bodyPr/>
        <a:lstStyle/>
        <a:p>
          <a:endParaRPr lang="it-IT"/>
        </a:p>
      </dgm:t>
    </dgm:pt>
    <dgm:pt modelId="{C39DC0DF-2AE3-430D-86D6-70A021265B3B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Healthcare representative: 6,87%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98C1B4-A39C-4256-AC2D-BE3E1B1F9792}" type="parTrans" cxnId="{0EEA7BD5-D45C-4C04-A6E0-11C1278D1F8D}">
      <dgm:prSet/>
      <dgm:spPr/>
      <dgm:t>
        <a:bodyPr/>
        <a:lstStyle/>
        <a:p>
          <a:endParaRPr lang="it-IT"/>
        </a:p>
      </dgm:t>
    </dgm:pt>
    <dgm:pt modelId="{D6D2119C-30B2-42B0-B1BD-99999A1893D0}" type="sibTrans" cxnId="{0EEA7BD5-D45C-4C04-A6E0-11C1278D1F8D}">
      <dgm:prSet/>
      <dgm:spPr/>
      <dgm:t>
        <a:bodyPr/>
        <a:lstStyle/>
        <a:p>
          <a:endParaRPr lang="it-IT"/>
        </a:p>
      </dgm:t>
    </dgm:pt>
    <dgm:pt modelId="{9745417D-D55B-4F84-BDD9-02151ACE4902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Sales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Reppresentative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: 39,76%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73983A-068B-44C0-816C-1B4F73B0D8BD}" type="parTrans" cxnId="{4A406FF5-2C9B-43B3-9D08-A8AB50870D2B}">
      <dgm:prSet/>
      <dgm:spPr/>
      <dgm:t>
        <a:bodyPr/>
        <a:lstStyle/>
        <a:p>
          <a:endParaRPr lang="it-IT"/>
        </a:p>
      </dgm:t>
    </dgm:pt>
    <dgm:pt modelId="{34120E51-A5E5-4305-A1E1-8CAF0A3AADCD}" type="sibTrans" cxnId="{4A406FF5-2C9B-43B3-9D08-A8AB50870D2B}">
      <dgm:prSet/>
      <dgm:spPr/>
      <dgm:t>
        <a:bodyPr/>
        <a:lstStyle/>
        <a:p>
          <a:endParaRPr lang="it-IT"/>
        </a:p>
      </dgm:t>
    </dgm:pt>
    <dgm:pt modelId="{A1CEFE29-65E2-4022-8784-F2C1934DD386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Research Director: 2,50%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A3CA18-037E-4854-B6F9-8F4601C1E34A}" type="parTrans" cxnId="{DC49F302-10E3-44F2-BBCF-54B1005A36BA}">
      <dgm:prSet/>
      <dgm:spPr/>
      <dgm:t>
        <a:bodyPr/>
        <a:lstStyle/>
        <a:p>
          <a:endParaRPr lang="it-IT"/>
        </a:p>
      </dgm:t>
    </dgm:pt>
    <dgm:pt modelId="{D728B0DB-5E95-483B-A023-229DB26DB885}" type="sibTrans" cxnId="{DC49F302-10E3-44F2-BBCF-54B1005A36BA}">
      <dgm:prSet/>
      <dgm:spPr/>
      <dgm:t>
        <a:bodyPr/>
        <a:lstStyle/>
        <a:p>
          <a:endParaRPr lang="it-IT"/>
        </a:p>
      </dgm:t>
    </dgm:pt>
    <dgm:pt modelId="{AE5D09A1-0470-4317-AA74-A491512B50EE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Human Resources: 23,08%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3FAA58-882D-4521-AD87-4F3E6F646ECB}" type="parTrans" cxnId="{A8468ED0-B6CB-436A-B8F1-177E70E93903}">
      <dgm:prSet/>
      <dgm:spPr/>
      <dgm:t>
        <a:bodyPr/>
        <a:lstStyle/>
        <a:p>
          <a:endParaRPr lang="it-IT"/>
        </a:p>
      </dgm:t>
    </dgm:pt>
    <dgm:pt modelId="{31362421-D02A-4625-8EF8-DF923ADC5C44}" type="sibTrans" cxnId="{A8468ED0-B6CB-436A-B8F1-177E70E93903}">
      <dgm:prSet/>
      <dgm:spPr/>
      <dgm:t>
        <a:bodyPr/>
        <a:lstStyle/>
        <a:p>
          <a:endParaRPr lang="it-IT"/>
        </a:p>
      </dgm:t>
    </dgm:pt>
    <dgm:pt modelId="{5F5E2805-26D6-4848-9C5C-2E84EE9FD735}" type="pres">
      <dgm:prSet presAssocID="{282E83AD-E9FF-4B1A-979C-87D200E6D690}" presName="linearFlow" presStyleCnt="0">
        <dgm:presLayoutVars>
          <dgm:dir/>
          <dgm:resizeHandles val="exact"/>
        </dgm:presLayoutVars>
      </dgm:prSet>
      <dgm:spPr/>
    </dgm:pt>
    <dgm:pt modelId="{0B72D65D-17AB-4A54-ACB8-66AE99683673}" type="pres">
      <dgm:prSet presAssocID="{8D199480-194D-431C-990D-8AC7F25BA90C}" presName="composite" presStyleCnt="0"/>
      <dgm:spPr/>
    </dgm:pt>
    <dgm:pt modelId="{F7E08073-4104-4D4A-8803-821E6E5E655B}" type="pres">
      <dgm:prSet presAssocID="{8D199480-194D-431C-990D-8AC7F25BA90C}" presName="imgShp" presStyleLbl="fgImgPlac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desi con riempimento a tinta unita"/>
        </a:ext>
      </dgm:extLst>
    </dgm:pt>
    <dgm:pt modelId="{4CE78A31-C552-441D-85A9-EBEB5175E30E}" type="pres">
      <dgm:prSet presAssocID="{8D199480-194D-431C-990D-8AC7F25BA90C}" presName="txShp" presStyleLbl="node1" presStyleIdx="0" presStyleCnt="8">
        <dgm:presLayoutVars>
          <dgm:bulletEnabled val="1"/>
        </dgm:presLayoutVars>
      </dgm:prSet>
      <dgm:spPr/>
    </dgm:pt>
    <dgm:pt modelId="{0211F6E4-A8CB-4D94-9F9F-2A9F967C1C75}" type="pres">
      <dgm:prSet presAssocID="{0233D490-2198-4586-A597-0BEAF4C3C818}" presName="spacing" presStyleCnt="0"/>
      <dgm:spPr/>
    </dgm:pt>
    <dgm:pt modelId="{611F29FC-A474-4CE7-B811-517A0F2D03FC}" type="pres">
      <dgm:prSet presAssocID="{A74202AB-8044-4841-ABCB-9344ADBC191F}" presName="composite" presStyleCnt="0"/>
      <dgm:spPr/>
    </dgm:pt>
    <dgm:pt modelId="{29FD93E2-861C-49C7-85D1-BC76299554C3}" type="pres">
      <dgm:prSet presAssocID="{A74202AB-8044-4841-ABCB-9344ADBC191F}" presName="imgShp" presStyleLbl="fgImgPlac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siero scientifico con riempimento a tinta unita"/>
        </a:ext>
      </dgm:extLst>
    </dgm:pt>
    <dgm:pt modelId="{3D24BBD7-7A04-4E21-8E2C-94FBD8E121D5}" type="pres">
      <dgm:prSet presAssocID="{A74202AB-8044-4841-ABCB-9344ADBC191F}" presName="txShp" presStyleLbl="node1" presStyleIdx="1" presStyleCnt="8">
        <dgm:presLayoutVars>
          <dgm:bulletEnabled val="1"/>
        </dgm:presLayoutVars>
      </dgm:prSet>
      <dgm:spPr/>
    </dgm:pt>
    <dgm:pt modelId="{37AC0417-2B08-4F95-95B7-54479D2920D6}" type="pres">
      <dgm:prSet presAssocID="{4E1E7037-1958-40F8-92DE-3B8E66C0FDDA}" presName="spacing" presStyleCnt="0"/>
      <dgm:spPr/>
    </dgm:pt>
    <dgm:pt modelId="{3D0121A3-7A50-4E98-A19D-E38F2775A5D5}" type="pres">
      <dgm:prSet presAssocID="{9A7D5479-E61F-401D-926A-1F36EDCD877A}" presName="composite" presStyleCnt="0"/>
      <dgm:spPr/>
    </dgm:pt>
    <dgm:pt modelId="{EB397709-EFC1-4718-9EC9-AD94D6DB8400}" type="pres">
      <dgm:prSet presAssocID="{9A7D5479-E61F-401D-926A-1F36EDCD877A}" presName="imgShp" presStyleLbl="fgImgPlac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pa con riempimento a tinta unita"/>
        </a:ext>
      </dgm:extLst>
    </dgm:pt>
    <dgm:pt modelId="{AA4A981A-00C5-4727-92A3-4B89DDEFE522}" type="pres">
      <dgm:prSet presAssocID="{9A7D5479-E61F-401D-926A-1F36EDCD877A}" presName="txShp" presStyleLbl="node1" presStyleIdx="2" presStyleCnt="8">
        <dgm:presLayoutVars>
          <dgm:bulletEnabled val="1"/>
        </dgm:presLayoutVars>
      </dgm:prSet>
      <dgm:spPr/>
    </dgm:pt>
    <dgm:pt modelId="{5187D859-F1B7-41CB-A31F-008C13339B1A}" type="pres">
      <dgm:prSet presAssocID="{2BC945E9-3FB1-450B-8D7A-A0C2285819A3}" presName="spacing" presStyleCnt="0"/>
      <dgm:spPr/>
    </dgm:pt>
    <dgm:pt modelId="{0E35307B-86A9-429B-97E1-9AF7C04D2D59}" type="pres">
      <dgm:prSet presAssocID="{B9647C97-792F-482F-BA7E-98B4A114CBDA}" presName="composite" presStyleCnt="0"/>
      <dgm:spPr/>
    </dgm:pt>
    <dgm:pt modelId="{390D12A8-6204-4E90-9AE8-52456FE2E34E}" type="pres">
      <dgm:prSet presAssocID="{B9647C97-792F-482F-BA7E-98B4A114CBDA}" presName="imgShp" presStyleLbl="fgImgPlac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o alzata con riempimento a tinta unita"/>
        </a:ext>
      </dgm:extLst>
    </dgm:pt>
    <dgm:pt modelId="{E214E981-9883-44F7-BA82-28EA86494B13}" type="pres">
      <dgm:prSet presAssocID="{B9647C97-792F-482F-BA7E-98B4A114CBDA}" presName="txShp" presStyleLbl="node1" presStyleIdx="3" presStyleCnt="8">
        <dgm:presLayoutVars>
          <dgm:bulletEnabled val="1"/>
        </dgm:presLayoutVars>
      </dgm:prSet>
      <dgm:spPr/>
    </dgm:pt>
    <dgm:pt modelId="{070ADD95-0BD0-47D1-84FD-AFCCE7AC05E0}" type="pres">
      <dgm:prSet presAssocID="{441AC59D-3479-4AC4-89C3-221BCF8E1F9D}" presName="spacing" presStyleCnt="0"/>
      <dgm:spPr/>
    </dgm:pt>
    <dgm:pt modelId="{926D5205-4B0F-4508-B517-8C6895C02C25}" type="pres">
      <dgm:prSet presAssocID="{C39DC0DF-2AE3-430D-86D6-70A021265B3B}" presName="composite" presStyleCnt="0"/>
      <dgm:spPr/>
    </dgm:pt>
    <dgm:pt modelId="{806210A9-CB6E-4E35-95C8-CF2B1DC8C961}" type="pres">
      <dgm:prSet presAssocID="{C39DC0DF-2AE3-430D-86D6-70A021265B3B}" presName="imgShp" presStyleLbl="fgImgPlac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curezza alimentare con riempimento a tinta unita"/>
        </a:ext>
      </dgm:extLst>
    </dgm:pt>
    <dgm:pt modelId="{D8A517B5-90FF-45F2-97EA-788495C424C4}" type="pres">
      <dgm:prSet presAssocID="{C39DC0DF-2AE3-430D-86D6-70A021265B3B}" presName="txShp" presStyleLbl="node1" presStyleIdx="4" presStyleCnt="8">
        <dgm:presLayoutVars>
          <dgm:bulletEnabled val="1"/>
        </dgm:presLayoutVars>
      </dgm:prSet>
      <dgm:spPr/>
    </dgm:pt>
    <dgm:pt modelId="{8DD4D4D1-4AFF-4C5E-AEF0-D11DDAA1CB70}" type="pres">
      <dgm:prSet presAssocID="{D6D2119C-30B2-42B0-B1BD-99999A1893D0}" presName="spacing" presStyleCnt="0"/>
      <dgm:spPr/>
    </dgm:pt>
    <dgm:pt modelId="{020C2B1D-3817-4E16-9E61-F840DF637438}" type="pres">
      <dgm:prSet presAssocID="{9745417D-D55B-4F84-BDD9-02151ACE4902}" presName="composite" presStyleCnt="0"/>
      <dgm:spPr/>
    </dgm:pt>
    <dgm:pt modelId="{5244E4F4-B248-44D4-9A7F-CAFB619681C4}" type="pres">
      <dgm:prSet presAssocID="{9745417D-D55B-4F84-BDD9-02151ACE4902}" presName="imgShp" presStyleLbl="fgImgPlac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riunioni con riempimento a tinta unita"/>
        </a:ext>
      </dgm:extLst>
    </dgm:pt>
    <dgm:pt modelId="{5FDE6887-2613-49BE-BA02-07EBDAEAA5FE}" type="pres">
      <dgm:prSet presAssocID="{9745417D-D55B-4F84-BDD9-02151ACE4902}" presName="txShp" presStyleLbl="node1" presStyleIdx="5" presStyleCnt="8">
        <dgm:presLayoutVars>
          <dgm:bulletEnabled val="1"/>
        </dgm:presLayoutVars>
      </dgm:prSet>
      <dgm:spPr/>
    </dgm:pt>
    <dgm:pt modelId="{2D536E2E-AF06-490D-8B10-424A0321EF6F}" type="pres">
      <dgm:prSet presAssocID="{34120E51-A5E5-4305-A1E1-8CAF0A3AADCD}" presName="spacing" presStyleCnt="0"/>
      <dgm:spPr/>
    </dgm:pt>
    <dgm:pt modelId="{530C58AF-C03F-4B38-B81B-33E55579B075}" type="pres">
      <dgm:prSet presAssocID="{A1CEFE29-65E2-4022-8784-F2C1934DD386}" presName="composite" presStyleCnt="0"/>
      <dgm:spPr/>
    </dgm:pt>
    <dgm:pt modelId="{DA338193-A602-47C7-AA7D-40D6F219A21F}" type="pres">
      <dgm:prSet presAssocID="{A1CEFE29-65E2-4022-8784-F2C1934DD386}" presName="imgShp" presStyleLbl="fgImgPlac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 chiuso con riempimento a tinta unita"/>
        </a:ext>
      </dgm:extLst>
    </dgm:pt>
    <dgm:pt modelId="{0F0C7BC3-04A9-44C4-AA0A-86942AD2F612}" type="pres">
      <dgm:prSet presAssocID="{A1CEFE29-65E2-4022-8784-F2C1934DD386}" presName="txShp" presStyleLbl="node1" presStyleIdx="6" presStyleCnt="8">
        <dgm:presLayoutVars>
          <dgm:bulletEnabled val="1"/>
        </dgm:presLayoutVars>
      </dgm:prSet>
      <dgm:spPr/>
    </dgm:pt>
    <dgm:pt modelId="{3EADB698-985E-46D4-9431-902709ED5EFC}" type="pres">
      <dgm:prSet presAssocID="{D728B0DB-5E95-483B-A023-229DB26DB885}" presName="spacing" presStyleCnt="0"/>
      <dgm:spPr/>
    </dgm:pt>
    <dgm:pt modelId="{CD96C90A-243A-46AC-8B09-289D7449E98B}" type="pres">
      <dgm:prSet presAssocID="{AE5D09A1-0470-4317-AA74-A491512B50EE}" presName="composite" presStyleCnt="0"/>
      <dgm:spPr/>
    </dgm:pt>
    <dgm:pt modelId="{09FDF03F-D0CA-4A55-8F46-3681386BAF0A}" type="pres">
      <dgm:prSet presAssocID="{AE5D09A1-0470-4317-AA74-A491512B50EE}" presName="imgShp" presStyleLbl="fgImgPlac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cli con persone con riempimento a tinta unita"/>
        </a:ext>
      </dgm:extLst>
    </dgm:pt>
    <dgm:pt modelId="{91BD5EB7-4912-451D-A799-08F68E15BCB9}" type="pres">
      <dgm:prSet presAssocID="{AE5D09A1-0470-4317-AA74-A491512B50EE}" presName="txShp" presStyleLbl="node1" presStyleIdx="7" presStyleCnt="8">
        <dgm:presLayoutVars>
          <dgm:bulletEnabled val="1"/>
        </dgm:presLayoutVars>
      </dgm:prSet>
      <dgm:spPr/>
    </dgm:pt>
  </dgm:ptLst>
  <dgm:cxnLst>
    <dgm:cxn modelId="{BA4ECD00-479E-489B-8FFB-0B42A57455D0}" srcId="{282E83AD-E9FF-4B1A-979C-87D200E6D690}" destId="{8D199480-194D-431C-990D-8AC7F25BA90C}" srcOrd="0" destOrd="0" parTransId="{65C13EDF-8194-4CE3-960A-19E654F1EA47}" sibTransId="{0233D490-2198-4586-A597-0BEAF4C3C818}"/>
    <dgm:cxn modelId="{DC49F302-10E3-44F2-BBCF-54B1005A36BA}" srcId="{282E83AD-E9FF-4B1A-979C-87D200E6D690}" destId="{A1CEFE29-65E2-4022-8784-F2C1934DD386}" srcOrd="6" destOrd="0" parTransId="{23A3CA18-037E-4854-B6F9-8F4601C1E34A}" sibTransId="{D728B0DB-5E95-483B-A023-229DB26DB885}"/>
    <dgm:cxn modelId="{2382B00D-F6A0-4548-B6F0-946820183F17}" type="presOf" srcId="{C39DC0DF-2AE3-430D-86D6-70A021265B3B}" destId="{D8A517B5-90FF-45F2-97EA-788495C424C4}" srcOrd="0" destOrd="0" presId="urn:microsoft.com/office/officeart/2005/8/layout/vList3"/>
    <dgm:cxn modelId="{B595EA20-0E0C-4695-A13C-1B4E1169637E}" type="presOf" srcId="{9A7D5479-E61F-401D-926A-1F36EDCD877A}" destId="{AA4A981A-00C5-4727-92A3-4B89DDEFE522}" srcOrd="0" destOrd="0" presId="urn:microsoft.com/office/officeart/2005/8/layout/vList3"/>
    <dgm:cxn modelId="{2760A077-0735-4229-A323-7AA1382CB6AD}" type="presOf" srcId="{A74202AB-8044-4841-ABCB-9344ADBC191F}" destId="{3D24BBD7-7A04-4E21-8E2C-94FBD8E121D5}" srcOrd="0" destOrd="0" presId="urn:microsoft.com/office/officeart/2005/8/layout/vList3"/>
    <dgm:cxn modelId="{12A07784-38E3-4497-B03E-662F3616D572}" type="presOf" srcId="{8D199480-194D-431C-990D-8AC7F25BA90C}" destId="{4CE78A31-C552-441D-85A9-EBEB5175E30E}" srcOrd="0" destOrd="0" presId="urn:microsoft.com/office/officeart/2005/8/layout/vList3"/>
    <dgm:cxn modelId="{F7638394-F9D0-44E1-AE75-775F6FC0522E}" srcId="{282E83AD-E9FF-4B1A-979C-87D200E6D690}" destId="{B9647C97-792F-482F-BA7E-98B4A114CBDA}" srcOrd="3" destOrd="0" parTransId="{C76EA48C-D75D-424B-A281-C58E3CA9E1BA}" sibTransId="{441AC59D-3479-4AC4-89C3-221BCF8E1F9D}"/>
    <dgm:cxn modelId="{2EED08B0-DCA1-4B45-96C6-292204D3B37F}" type="presOf" srcId="{B9647C97-792F-482F-BA7E-98B4A114CBDA}" destId="{E214E981-9883-44F7-BA82-28EA86494B13}" srcOrd="0" destOrd="0" presId="urn:microsoft.com/office/officeart/2005/8/layout/vList3"/>
    <dgm:cxn modelId="{65296FB5-B4D4-45B9-BE34-7E587F530BA1}" srcId="{282E83AD-E9FF-4B1A-979C-87D200E6D690}" destId="{9A7D5479-E61F-401D-926A-1F36EDCD877A}" srcOrd="2" destOrd="0" parTransId="{189E78EB-E8F9-415F-876E-7FAE194CD479}" sibTransId="{2BC945E9-3FB1-450B-8D7A-A0C2285819A3}"/>
    <dgm:cxn modelId="{C2E50FCE-015E-420D-91F4-F3D1375E9FB5}" type="presOf" srcId="{A1CEFE29-65E2-4022-8784-F2C1934DD386}" destId="{0F0C7BC3-04A9-44C4-AA0A-86942AD2F612}" srcOrd="0" destOrd="0" presId="urn:microsoft.com/office/officeart/2005/8/layout/vList3"/>
    <dgm:cxn modelId="{A8468ED0-B6CB-436A-B8F1-177E70E93903}" srcId="{282E83AD-E9FF-4B1A-979C-87D200E6D690}" destId="{AE5D09A1-0470-4317-AA74-A491512B50EE}" srcOrd="7" destOrd="0" parTransId="{6B3FAA58-882D-4521-AD87-4F3E6F646ECB}" sibTransId="{31362421-D02A-4625-8EF8-DF923ADC5C44}"/>
    <dgm:cxn modelId="{0EEA7BD5-D45C-4C04-A6E0-11C1278D1F8D}" srcId="{282E83AD-E9FF-4B1A-979C-87D200E6D690}" destId="{C39DC0DF-2AE3-430D-86D6-70A021265B3B}" srcOrd="4" destOrd="0" parTransId="{8998C1B4-A39C-4256-AC2D-BE3E1B1F9792}" sibTransId="{D6D2119C-30B2-42B0-B1BD-99999A1893D0}"/>
    <dgm:cxn modelId="{050FC0E3-2223-44AE-BDE0-AC90E3492CDB}" type="presOf" srcId="{9745417D-D55B-4F84-BDD9-02151ACE4902}" destId="{5FDE6887-2613-49BE-BA02-07EBDAEAA5FE}" srcOrd="0" destOrd="0" presId="urn:microsoft.com/office/officeart/2005/8/layout/vList3"/>
    <dgm:cxn modelId="{89BEECE4-F5F6-4A04-BF54-496233BC335A}" type="presOf" srcId="{282E83AD-E9FF-4B1A-979C-87D200E6D690}" destId="{5F5E2805-26D6-4848-9C5C-2E84EE9FD735}" srcOrd="0" destOrd="0" presId="urn:microsoft.com/office/officeart/2005/8/layout/vList3"/>
    <dgm:cxn modelId="{496565E7-000C-4C27-AFC0-21740C872083}" type="presOf" srcId="{AE5D09A1-0470-4317-AA74-A491512B50EE}" destId="{91BD5EB7-4912-451D-A799-08F68E15BCB9}" srcOrd="0" destOrd="0" presId="urn:microsoft.com/office/officeart/2005/8/layout/vList3"/>
    <dgm:cxn modelId="{4A406FF5-2C9B-43B3-9D08-A8AB50870D2B}" srcId="{282E83AD-E9FF-4B1A-979C-87D200E6D690}" destId="{9745417D-D55B-4F84-BDD9-02151ACE4902}" srcOrd="5" destOrd="0" parTransId="{AB73983A-068B-44C0-816C-1B4F73B0D8BD}" sibTransId="{34120E51-A5E5-4305-A1E1-8CAF0A3AADCD}"/>
    <dgm:cxn modelId="{2D089EFB-3F6D-469E-A3EA-DFE7C42979C2}" srcId="{282E83AD-E9FF-4B1A-979C-87D200E6D690}" destId="{A74202AB-8044-4841-ABCB-9344ADBC191F}" srcOrd="1" destOrd="0" parTransId="{6DE3435C-92BA-462D-B0DB-F37CFC68774A}" sibTransId="{4E1E7037-1958-40F8-92DE-3B8E66C0FDDA}"/>
    <dgm:cxn modelId="{751EABD7-5591-455A-B991-18A3368CFB08}" type="presParOf" srcId="{5F5E2805-26D6-4848-9C5C-2E84EE9FD735}" destId="{0B72D65D-17AB-4A54-ACB8-66AE99683673}" srcOrd="0" destOrd="0" presId="urn:microsoft.com/office/officeart/2005/8/layout/vList3"/>
    <dgm:cxn modelId="{C2DF5110-5CFF-4F4D-A2AB-2BDFA6C7D272}" type="presParOf" srcId="{0B72D65D-17AB-4A54-ACB8-66AE99683673}" destId="{F7E08073-4104-4D4A-8803-821E6E5E655B}" srcOrd="0" destOrd="0" presId="urn:microsoft.com/office/officeart/2005/8/layout/vList3"/>
    <dgm:cxn modelId="{33154D79-ECD3-4DAC-BEC0-D236BFE460E6}" type="presParOf" srcId="{0B72D65D-17AB-4A54-ACB8-66AE99683673}" destId="{4CE78A31-C552-441D-85A9-EBEB5175E30E}" srcOrd="1" destOrd="0" presId="urn:microsoft.com/office/officeart/2005/8/layout/vList3"/>
    <dgm:cxn modelId="{1F33BF9A-1D48-4724-BD65-FCC3E2F99C6E}" type="presParOf" srcId="{5F5E2805-26D6-4848-9C5C-2E84EE9FD735}" destId="{0211F6E4-A8CB-4D94-9F9F-2A9F967C1C75}" srcOrd="1" destOrd="0" presId="urn:microsoft.com/office/officeart/2005/8/layout/vList3"/>
    <dgm:cxn modelId="{5A32EC3F-7226-4AED-AAA1-00D745D3EFA2}" type="presParOf" srcId="{5F5E2805-26D6-4848-9C5C-2E84EE9FD735}" destId="{611F29FC-A474-4CE7-B811-517A0F2D03FC}" srcOrd="2" destOrd="0" presId="urn:microsoft.com/office/officeart/2005/8/layout/vList3"/>
    <dgm:cxn modelId="{C04A0F14-CD07-479D-8985-30672B601394}" type="presParOf" srcId="{611F29FC-A474-4CE7-B811-517A0F2D03FC}" destId="{29FD93E2-861C-49C7-85D1-BC76299554C3}" srcOrd="0" destOrd="0" presId="urn:microsoft.com/office/officeart/2005/8/layout/vList3"/>
    <dgm:cxn modelId="{A0BCF8EB-C61A-4EFC-8647-8A468FA62111}" type="presParOf" srcId="{611F29FC-A474-4CE7-B811-517A0F2D03FC}" destId="{3D24BBD7-7A04-4E21-8E2C-94FBD8E121D5}" srcOrd="1" destOrd="0" presId="urn:microsoft.com/office/officeart/2005/8/layout/vList3"/>
    <dgm:cxn modelId="{4EA4FC36-9259-4B6D-B0A4-F8D46A99F1A3}" type="presParOf" srcId="{5F5E2805-26D6-4848-9C5C-2E84EE9FD735}" destId="{37AC0417-2B08-4F95-95B7-54479D2920D6}" srcOrd="3" destOrd="0" presId="urn:microsoft.com/office/officeart/2005/8/layout/vList3"/>
    <dgm:cxn modelId="{3CF265B7-EBD1-4689-A1DB-A36C9230A025}" type="presParOf" srcId="{5F5E2805-26D6-4848-9C5C-2E84EE9FD735}" destId="{3D0121A3-7A50-4E98-A19D-E38F2775A5D5}" srcOrd="4" destOrd="0" presId="urn:microsoft.com/office/officeart/2005/8/layout/vList3"/>
    <dgm:cxn modelId="{2E81CDFE-3750-420D-B2F2-732F2250B530}" type="presParOf" srcId="{3D0121A3-7A50-4E98-A19D-E38F2775A5D5}" destId="{EB397709-EFC1-4718-9EC9-AD94D6DB8400}" srcOrd="0" destOrd="0" presId="urn:microsoft.com/office/officeart/2005/8/layout/vList3"/>
    <dgm:cxn modelId="{DC8B1E25-1A81-47AD-9526-03150E6F0E34}" type="presParOf" srcId="{3D0121A3-7A50-4E98-A19D-E38F2775A5D5}" destId="{AA4A981A-00C5-4727-92A3-4B89DDEFE522}" srcOrd="1" destOrd="0" presId="urn:microsoft.com/office/officeart/2005/8/layout/vList3"/>
    <dgm:cxn modelId="{5854C44A-BB29-4AE2-AF55-67F54FD0F1FC}" type="presParOf" srcId="{5F5E2805-26D6-4848-9C5C-2E84EE9FD735}" destId="{5187D859-F1B7-41CB-A31F-008C13339B1A}" srcOrd="5" destOrd="0" presId="urn:microsoft.com/office/officeart/2005/8/layout/vList3"/>
    <dgm:cxn modelId="{B774A7B3-A115-4664-90D7-33DD1AEA2674}" type="presParOf" srcId="{5F5E2805-26D6-4848-9C5C-2E84EE9FD735}" destId="{0E35307B-86A9-429B-97E1-9AF7C04D2D59}" srcOrd="6" destOrd="0" presId="urn:microsoft.com/office/officeart/2005/8/layout/vList3"/>
    <dgm:cxn modelId="{1B3F82C2-41BA-41F0-9965-A799FEFFA632}" type="presParOf" srcId="{0E35307B-86A9-429B-97E1-9AF7C04D2D59}" destId="{390D12A8-6204-4E90-9AE8-52456FE2E34E}" srcOrd="0" destOrd="0" presId="urn:microsoft.com/office/officeart/2005/8/layout/vList3"/>
    <dgm:cxn modelId="{297BCD92-EEEF-4217-91C2-1CDA224F9A86}" type="presParOf" srcId="{0E35307B-86A9-429B-97E1-9AF7C04D2D59}" destId="{E214E981-9883-44F7-BA82-28EA86494B13}" srcOrd="1" destOrd="0" presId="urn:microsoft.com/office/officeart/2005/8/layout/vList3"/>
    <dgm:cxn modelId="{78F9D917-E818-4BE9-A4C5-C748C2B4B6DD}" type="presParOf" srcId="{5F5E2805-26D6-4848-9C5C-2E84EE9FD735}" destId="{070ADD95-0BD0-47D1-84FD-AFCCE7AC05E0}" srcOrd="7" destOrd="0" presId="urn:microsoft.com/office/officeart/2005/8/layout/vList3"/>
    <dgm:cxn modelId="{1A89F4CD-BD34-447D-B51D-8AA686ACE8B6}" type="presParOf" srcId="{5F5E2805-26D6-4848-9C5C-2E84EE9FD735}" destId="{926D5205-4B0F-4508-B517-8C6895C02C25}" srcOrd="8" destOrd="0" presId="urn:microsoft.com/office/officeart/2005/8/layout/vList3"/>
    <dgm:cxn modelId="{109DF38E-6FEF-4816-A4C1-31633BE6E457}" type="presParOf" srcId="{926D5205-4B0F-4508-B517-8C6895C02C25}" destId="{806210A9-CB6E-4E35-95C8-CF2B1DC8C961}" srcOrd="0" destOrd="0" presId="urn:microsoft.com/office/officeart/2005/8/layout/vList3"/>
    <dgm:cxn modelId="{FF28FA64-7E5A-4734-9F0C-2813BB2C9A46}" type="presParOf" srcId="{926D5205-4B0F-4508-B517-8C6895C02C25}" destId="{D8A517B5-90FF-45F2-97EA-788495C424C4}" srcOrd="1" destOrd="0" presId="urn:microsoft.com/office/officeart/2005/8/layout/vList3"/>
    <dgm:cxn modelId="{974D1FAE-C019-4863-9819-77A0BAD20BB8}" type="presParOf" srcId="{5F5E2805-26D6-4848-9C5C-2E84EE9FD735}" destId="{8DD4D4D1-4AFF-4C5E-AEF0-D11DDAA1CB70}" srcOrd="9" destOrd="0" presId="urn:microsoft.com/office/officeart/2005/8/layout/vList3"/>
    <dgm:cxn modelId="{791745A5-1357-4AF4-81E0-A7799390FD21}" type="presParOf" srcId="{5F5E2805-26D6-4848-9C5C-2E84EE9FD735}" destId="{020C2B1D-3817-4E16-9E61-F840DF637438}" srcOrd="10" destOrd="0" presId="urn:microsoft.com/office/officeart/2005/8/layout/vList3"/>
    <dgm:cxn modelId="{CD0A15DB-BFE6-4DDE-A810-F6BA5D05EA6D}" type="presParOf" srcId="{020C2B1D-3817-4E16-9E61-F840DF637438}" destId="{5244E4F4-B248-44D4-9A7F-CAFB619681C4}" srcOrd="0" destOrd="0" presId="urn:microsoft.com/office/officeart/2005/8/layout/vList3"/>
    <dgm:cxn modelId="{9F793350-B624-45BB-986E-2CB3F7AC8458}" type="presParOf" srcId="{020C2B1D-3817-4E16-9E61-F840DF637438}" destId="{5FDE6887-2613-49BE-BA02-07EBDAEAA5FE}" srcOrd="1" destOrd="0" presId="urn:microsoft.com/office/officeart/2005/8/layout/vList3"/>
    <dgm:cxn modelId="{050DE8FD-53DF-4247-8899-A6FD3AA5B8D3}" type="presParOf" srcId="{5F5E2805-26D6-4848-9C5C-2E84EE9FD735}" destId="{2D536E2E-AF06-490D-8B10-424A0321EF6F}" srcOrd="11" destOrd="0" presId="urn:microsoft.com/office/officeart/2005/8/layout/vList3"/>
    <dgm:cxn modelId="{0F2BA712-172B-4C65-B60D-117AB2DF4FA2}" type="presParOf" srcId="{5F5E2805-26D6-4848-9C5C-2E84EE9FD735}" destId="{530C58AF-C03F-4B38-B81B-33E55579B075}" srcOrd="12" destOrd="0" presId="urn:microsoft.com/office/officeart/2005/8/layout/vList3"/>
    <dgm:cxn modelId="{F7C3FF4F-4E3F-4152-BDDA-D0347E062B24}" type="presParOf" srcId="{530C58AF-C03F-4B38-B81B-33E55579B075}" destId="{DA338193-A602-47C7-AA7D-40D6F219A21F}" srcOrd="0" destOrd="0" presId="urn:microsoft.com/office/officeart/2005/8/layout/vList3"/>
    <dgm:cxn modelId="{4E702D2D-DA13-490F-A57E-AA8FF9E4AD5A}" type="presParOf" srcId="{530C58AF-C03F-4B38-B81B-33E55579B075}" destId="{0F0C7BC3-04A9-44C4-AA0A-86942AD2F612}" srcOrd="1" destOrd="0" presId="urn:microsoft.com/office/officeart/2005/8/layout/vList3"/>
    <dgm:cxn modelId="{260E6303-A91D-45D6-9F27-07B0A3199000}" type="presParOf" srcId="{5F5E2805-26D6-4848-9C5C-2E84EE9FD735}" destId="{3EADB698-985E-46D4-9431-902709ED5EFC}" srcOrd="13" destOrd="0" presId="urn:microsoft.com/office/officeart/2005/8/layout/vList3"/>
    <dgm:cxn modelId="{446370D7-62AF-495F-8D37-8464DFDF1CE2}" type="presParOf" srcId="{5F5E2805-26D6-4848-9C5C-2E84EE9FD735}" destId="{CD96C90A-243A-46AC-8B09-289D7449E98B}" srcOrd="14" destOrd="0" presId="urn:microsoft.com/office/officeart/2005/8/layout/vList3"/>
    <dgm:cxn modelId="{AF815CF9-59A0-439B-8A0E-C00A3A74E38F}" type="presParOf" srcId="{CD96C90A-243A-46AC-8B09-289D7449E98B}" destId="{09FDF03F-D0CA-4A55-8F46-3681386BAF0A}" srcOrd="0" destOrd="0" presId="urn:microsoft.com/office/officeart/2005/8/layout/vList3"/>
    <dgm:cxn modelId="{238A280B-617D-4A95-98DB-28596448E1D5}" type="presParOf" srcId="{CD96C90A-243A-46AC-8B09-289D7449E98B}" destId="{91BD5EB7-4912-451D-A799-08F68E15BCB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1B0F19-6ACC-4BBD-BDB3-9B066A46F3C4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E95B7163-E1E9-49BB-9C3A-E544D3133DFB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Livello 4 (ottimo):17,65%</a:t>
          </a:r>
        </a:p>
      </dgm:t>
    </dgm:pt>
    <dgm:pt modelId="{CBA299C1-967A-47BC-A61D-708713D64665}" type="parTrans" cxnId="{A0FF635F-42BF-4D16-AEC6-16FC75E85F66}">
      <dgm:prSet/>
      <dgm:spPr/>
      <dgm:t>
        <a:bodyPr/>
        <a:lstStyle/>
        <a:p>
          <a:endParaRPr lang="it-IT"/>
        </a:p>
      </dgm:t>
    </dgm:pt>
    <dgm:pt modelId="{381EC52D-DB5A-4696-AC65-14CFB4CA20B7}" type="sibTrans" cxnId="{A0FF635F-42BF-4D16-AEC6-16FC75E85F66}">
      <dgm:prSet/>
      <dgm:spPr/>
      <dgm:t>
        <a:bodyPr/>
        <a:lstStyle/>
        <a:p>
          <a:endParaRPr lang="it-IT" dirty="0"/>
        </a:p>
      </dgm:t>
    </dgm:pt>
    <dgm:pt modelId="{10D4DBF4-B9AA-40F5-883A-44252E002C02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Livello 3(buono): 14,22%</a:t>
          </a:r>
        </a:p>
      </dgm:t>
    </dgm:pt>
    <dgm:pt modelId="{3D56E137-788E-4D4A-B978-10C1549F2FE2}" type="parTrans" cxnId="{E08248C4-D946-48BF-B9E6-B3455A4FA4AA}">
      <dgm:prSet/>
      <dgm:spPr/>
      <dgm:t>
        <a:bodyPr/>
        <a:lstStyle/>
        <a:p>
          <a:endParaRPr lang="it-IT"/>
        </a:p>
      </dgm:t>
    </dgm:pt>
    <dgm:pt modelId="{A9F57C0F-B792-430C-9816-ACF5B35F1022}" type="sibTrans" cxnId="{E08248C4-D946-48BF-B9E6-B3455A4FA4AA}">
      <dgm:prSet/>
      <dgm:spPr/>
      <dgm:t>
        <a:bodyPr/>
        <a:lstStyle/>
        <a:p>
          <a:endParaRPr lang="it-IT"/>
        </a:p>
      </dgm:t>
    </dgm:pt>
    <dgm:pt modelId="{770C0F85-2BEA-4166-AC75-A50D29C23DD2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Livello 2(mediocre): 16,86%</a:t>
          </a:r>
        </a:p>
      </dgm:t>
    </dgm:pt>
    <dgm:pt modelId="{7B07F15B-5A35-480C-8CDF-BF48316C9F7F}" type="parTrans" cxnId="{9959D209-0A90-49D2-A620-CBCD5DF14B03}">
      <dgm:prSet/>
      <dgm:spPr/>
      <dgm:t>
        <a:bodyPr/>
        <a:lstStyle/>
        <a:p>
          <a:endParaRPr lang="it-IT"/>
        </a:p>
      </dgm:t>
    </dgm:pt>
    <dgm:pt modelId="{CF6CEEC7-1CA8-482D-B1E6-16F84AA86373}" type="sibTrans" cxnId="{9959D209-0A90-49D2-A620-CBCD5DF14B03}">
      <dgm:prSet/>
      <dgm:spPr/>
      <dgm:t>
        <a:bodyPr/>
        <a:lstStyle/>
        <a:p>
          <a:endParaRPr lang="it-IT"/>
        </a:p>
      </dgm:t>
    </dgm:pt>
    <dgm:pt modelId="{D60A24E7-DC4E-4FA3-89BC-4DC60FDA234E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Livello 1(scarso): 31,25%</a:t>
          </a:r>
        </a:p>
      </dgm:t>
    </dgm:pt>
    <dgm:pt modelId="{83A82E7A-6F9B-41ED-9A55-A509B9FA0821}" type="parTrans" cxnId="{3FD36306-5471-472E-B7DF-839BD84C9D94}">
      <dgm:prSet/>
      <dgm:spPr/>
      <dgm:t>
        <a:bodyPr/>
        <a:lstStyle/>
        <a:p>
          <a:endParaRPr lang="it-IT"/>
        </a:p>
      </dgm:t>
    </dgm:pt>
    <dgm:pt modelId="{DE0CDF8D-6DC4-46D7-9F44-B38F0B6DF71B}" type="sibTrans" cxnId="{3FD36306-5471-472E-B7DF-839BD84C9D94}">
      <dgm:prSet/>
      <dgm:spPr/>
      <dgm:t>
        <a:bodyPr/>
        <a:lstStyle/>
        <a:p>
          <a:endParaRPr lang="it-IT"/>
        </a:p>
      </dgm:t>
    </dgm:pt>
    <dgm:pt modelId="{8026143D-2FC1-44F0-9401-630661C57F84}" type="pres">
      <dgm:prSet presAssocID="{5D1B0F19-6ACC-4BBD-BDB3-9B066A46F3C4}" presName="outerComposite" presStyleCnt="0">
        <dgm:presLayoutVars>
          <dgm:chMax val="5"/>
          <dgm:dir/>
          <dgm:resizeHandles val="exact"/>
        </dgm:presLayoutVars>
      </dgm:prSet>
      <dgm:spPr/>
    </dgm:pt>
    <dgm:pt modelId="{5D65B08A-1882-4161-98C2-58979B307FFC}" type="pres">
      <dgm:prSet presAssocID="{5D1B0F19-6ACC-4BBD-BDB3-9B066A46F3C4}" presName="dummyMaxCanvas" presStyleCnt="0">
        <dgm:presLayoutVars/>
      </dgm:prSet>
      <dgm:spPr/>
    </dgm:pt>
    <dgm:pt modelId="{E52ECE78-7989-4C93-A0E0-4A7FE83E57E1}" type="pres">
      <dgm:prSet presAssocID="{5D1B0F19-6ACC-4BBD-BDB3-9B066A46F3C4}" presName="FourNodes_1" presStyleLbl="node1" presStyleIdx="0" presStyleCnt="4" custLinFactNeighborX="0">
        <dgm:presLayoutVars>
          <dgm:bulletEnabled val="1"/>
        </dgm:presLayoutVars>
      </dgm:prSet>
      <dgm:spPr/>
    </dgm:pt>
    <dgm:pt modelId="{8ECA2863-7223-4C9E-8AD8-40AC9399112D}" type="pres">
      <dgm:prSet presAssocID="{5D1B0F19-6ACC-4BBD-BDB3-9B066A46F3C4}" presName="FourNodes_2" presStyleLbl="node1" presStyleIdx="1" presStyleCnt="4">
        <dgm:presLayoutVars>
          <dgm:bulletEnabled val="1"/>
        </dgm:presLayoutVars>
      </dgm:prSet>
      <dgm:spPr/>
    </dgm:pt>
    <dgm:pt modelId="{27AFEC6C-26BE-4F83-892C-4D081D86FFFC}" type="pres">
      <dgm:prSet presAssocID="{5D1B0F19-6ACC-4BBD-BDB3-9B066A46F3C4}" presName="FourNodes_3" presStyleLbl="node1" presStyleIdx="2" presStyleCnt="4">
        <dgm:presLayoutVars>
          <dgm:bulletEnabled val="1"/>
        </dgm:presLayoutVars>
      </dgm:prSet>
      <dgm:spPr/>
    </dgm:pt>
    <dgm:pt modelId="{BB438D33-ACBF-48F1-99DD-0082B97DF319}" type="pres">
      <dgm:prSet presAssocID="{5D1B0F19-6ACC-4BBD-BDB3-9B066A46F3C4}" presName="FourNodes_4" presStyleLbl="node1" presStyleIdx="3" presStyleCnt="4">
        <dgm:presLayoutVars>
          <dgm:bulletEnabled val="1"/>
        </dgm:presLayoutVars>
      </dgm:prSet>
      <dgm:spPr/>
    </dgm:pt>
    <dgm:pt modelId="{96225B39-534A-44F0-9719-EB1AD5A4BA60}" type="pres">
      <dgm:prSet presAssocID="{5D1B0F19-6ACC-4BBD-BDB3-9B066A46F3C4}" presName="FourConn_1-2" presStyleLbl="fgAccFollowNode1" presStyleIdx="0" presStyleCnt="3" custAng="0">
        <dgm:presLayoutVars>
          <dgm:bulletEnabled val="1"/>
        </dgm:presLayoutVars>
      </dgm:prSet>
      <dgm:spPr/>
    </dgm:pt>
    <dgm:pt modelId="{4020B2F9-0B50-4E3F-BD1E-72FD9A699505}" type="pres">
      <dgm:prSet presAssocID="{5D1B0F19-6ACC-4BBD-BDB3-9B066A46F3C4}" presName="FourConn_2-3" presStyleLbl="fgAccFollowNode1" presStyleIdx="1" presStyleCnt="3">
        <dgm:presLayoutVars>
          <dgm:bulletEnabled val="1"/>
        </dgm:presLayoutVars>
      </dgm:prSet>
      <dgm:spPr/>
    </dgm:pt>
    <dgm:pt modelId="{A45CC874-DBAC-4BAC-B539-CFF073F0F8B4}" type="pres">
      <dgm:prSet presAssocID="{5D1B0F19-6ACC-4BBD-BDB3-9B066A46F3C4}" presName="FourConn_3-4" presStyleLbl="fgAccFollowNode1" presStyleIdx="2" presStyleCnt="3">
        <dgm:presLayoutVars>
          <dgm:bulletEnabled val="1"/>
        </dgm:presLayoutVars>
      </dgm:prSet>
      <dgm:spPr/>
    </dgm:pt>
    <dgm:pt modelId="{D90A5A83-36A2-431E-8D4E-E717D332DBEA}" type="pres">
      <dgm:prSet presAssocID="{5D1B0F19-6ACC-4BBD-BDB3-9B066A46F3C4}" presName="FourNodes_1_text" presStyleLbl="node1" presStyleIdx="3" presStyleCnt="4">
        <dgm:presLayoutVars>
          <dgm:bulletEnabled val="1"/>
        </dgm:presLayoutVars>
      </dgm:prSet>
      <dgm:spPr/>
    </dgm:pt>
    <dgm:pt modelId="{F7B8A7A5-BB56-4CC2-A3FF-96BF2E358270}" type="pres">
      <dgm:prSet presAssocID="{5D1B0F19-6ACC-4BBD-BDB3-9B066A46F3C4}" presName="FourNodes_2_text" presStyleLbl="node1" presStyleIdx="3" presStyleCnt="4">
        <dgm:presLayoutVars>
          <dgm:bulletEnabled val="1"/>
        </dgm:presLayoutVars>
      </dgm:prSet>
      <dgm:spPr/>
    </dgm:pt>
    <dgm:pt modelId="{B0F2176D-CFFD-4396-ACEF-3FBB87118187}" type="pres">
      <dgm:prSet presAssocID="{5D1B0F19-6ACC-4BBD-BDB3-9B066A46F3C4}" presName="FourNodes_3_text" presStyleLbl="node1" presStyleIdx="3" presStyleCnt="4">
        <dgm:presLayoutVars>
          <dgm:bulletEnabled val="1"/>
        </dgm:presLayoutVars>
      </dgm:prSet>
      <dgm:spPr/>
    </dgm:pt>
    <dgm:pt modelId="{34E0C8A2-F189-4854-8CE9-77503BB33D8D}" type="pres">
      <dgm:prSet presAssocID="{5D1B0F19-6ACC-4BBD-BDB3-9B066A46F3C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D36306-5471-472E-B7DF-839BD84C9D94}" srcId="{5D1B0F19-6ACC-4BBD-BDB3-9B066A46F3C4}" destId="{D60A24E7-DC4E-4FA3-89BC-4DC60FDA234E}" srcOrd="3" destOrd="0" parTransId="{83A82E7A-6F9B-41ED-9A55-A509B9FA0821}" sibTransId="{DE0CDF8D-6DC4-46D7-9F44-B38F0B6DF71B}"/>
    <dgm:cxn modelId="{9959D209-0A90-49D2-A620-CBCD5DF14B03}" srcId="{5D1B0F19-6ACC-4BBD-BDB3-9B066A46F3C4}" destId="{770C0F85-2BEA-4166-AC75-A50D29C23DD2}" srcOrd="2" destOrd="0" parTransId="{7B07F15B-5A35-480C-8CDF-BF48316C9F7F}" sibTransId="{CF6CEEC7-1CA8-482D-B1E6-16F84AA86373}"/>
    <dgm:cxn modelId="{7EC5A40F-8E22-4D75-A192-C9CF2E8F52EA}" type="presOf" srcId="{D60A24E7-DC4E-4FA3-89BC-4DC60FDA234E}" destId="{34E0C8A2-F189-4854-8CE9-77503BB33D8D}" srcOrd="1" destOrd="0" presId="urn:microsoft.com/office/officeart/2005/8/layout/vProcess5"/>
    <dgm:cxn modelId="{3AE6461A-F7EC-4D96-BDAF-10EBCD1F7F9E}" type="presOf" srcId="{D60A24E7-DC4E-4FA3-89BC-4DC60FDA234E}" destId="{BB438D33-ACBF-48F1-99DD-0082B97DF319}" srcOrd="0" destOrd="0" presId="urn:microsoft.com/office/officeart/2005/8/layout/vProcess5"/>
    <dgm:cxn modelId="{A0FF635F-42BF-4D16-AEC6-16FC75E85F66}" srcId="{5D1B0F19-6ACC-4BBD-BDB3-9B066A46F3C4}" destId="{E95B7163-E1E9-49BB-9C3A-E544D3133DFB}" srcOrd="0" destOrd="0" parTransId="{CBA299C1-967A-47BC-A61D-708713D64665}" sibTransId="{381EC52D-DB5A-4696-AC65-14CFB4CA20B7}"/>
    <dgm:cxn modelId="{E958DF66-3B64-4779-811F-EE4730F3311E}" type="presOf" srcId="{10D4DBF4-B9AA-40F5-883A-44252E002C02}" destId="{8ECA2863-7223-4C9E-8AD8-40AC9399112D}" srcOrd="0" destOrd="0" presId="urn:microsoft.com/office/officeart/2005/8/layout/vProcess5"/>
    <dgm:cxn modelId="{6920F64F-A3F8-4C1A-85C9-59DA9D942BF6}" type="presOf" srcId="{E95B7163-E1E9-49BB-9C3A-E544D3133DFB}" destId="{D90A5A83-36A2-431E-8D4E-E717D332DBEA}" srcOrd="1" destOrd="0" presId="urn:microsoft.com/office/officeart/2005/8/layout/vProcess5"/>
    <dgm:cxn modelId="{DC2CA97B-F926-4B13-B078-836647F63D06}" type="presOf" srcId="{CF6CEEC7-1CA8-482D-B1E6-16F84AA86373}" destId="{A45CC874-DBAC-4BAC-B539-CFF073F0F8B4}" srcOrd="0" destOrd="0" presId="urn:microsoft.com/office/officeart/2005/8/layout/vProcess5"/>
    <dgm:cxn modelId="{BC34127E-3B8A-4EA4-88C9-146FA5026C85}" type="presOf" srcId="{10D4DBF4-B9AA-40F5-883A-44252E002C02}" destId="{F7B8A7A5-BB56-4CC2-A3FF-96BF2E358270}" srcOrd="1" destOrd="0" presId="urn:microsoft.com/office/officeart/2005/8/layout/vProcess5"/>
    <dgm:cxn modelId="{AF8EDF90-952C-4832-9B70-97944B63A246}" type="presOf" srcId="{E95B7163-E1E9-49BB-9C3A-E544D3133DFB}" destId="{E52ECE78-7989-4C93-A0E0-4A7FE83E57E1}" srcOrd="0" destOrd="0" presId="urn:microsoft.com/office/officeart/2005/8/layout/vProcess5"/>
    <dgm:cxn modelId="{072C1691-6150-4AF5-9442-AFE5B7CEF1EA}" type="presOf" srcId="{A9F57C0F-B792-430C-9816-ACF5B35F1022}" destId="{4020B2F9-0B50-4E3F-BD1E-72FD9A699505}" srcOrd="0" destOrd="0" presId="urn:microsoft.com/office/officeart/2005/8/layout/vProcess5"/>
    <dgm:cxn modelId="{56B0FF91-AD52-49D6-A6AA-D8B122BBCDB5}" type="presOf" srcId="{770C0F85-2BEA-4166-AC75-A50D29C23DD2}" destId="{27AFEC6C-26BE-4F83-892C-4D081D86FFFC}" srcOrd="0" destOrd="0" presId="urn:microsoft.com/office/officeart/2005/8/layout/vProcess5"/>
    <dgm:cxn modelId="{5F7C8BB0-CAD3-49FA-BF00-04FD3889D725}" type="presOf" srcId="{381EC52D-DB5A-4696-AC65-14CFB4CA20B7}" destId="{96225B39-534A-44F0-9719-EB1AD5A4BA60}" srcOrd="0" destOrd="0" presId="urn:microsoft.com/office/officeart/2005/8/layout/vProcess5"/>
    <dgm:cxn modelId="{E08248C4-D946-48BF-B9E6-B3455A4FA4AA}" srcId="{5D1B0F19-6ACC-4BBD-BDB3-9B066A46F3C4}" destId="{10D4DBF4-B9AA-40F5-883A-44252E002C02}" srcOrd="1" destOrd="0" parTransId="{3D56E137-788E-4D4A-B978-10C1549F2FE2}" sibTransId="{A9F57C0F-B792-430C-9816-ACF5B35F1022}"/>
    <dgm:cxn modelId="{523ABAC9-55CB-4131-80EC-0E5DB3330426}" type="presOf" srcId="{770C0F85-2BEA-4166-AC75-A50D29C23DD2}" destId="{B0F2176D-CFFD-4396-ACEF-3FBB87118187}" srcOrd="1" destOrd="0" presId="urn:microsoft.com/office/officeart/2005/8/layout/vProcess5"/>
    <dgm:cxn modelId="{C92AD6D8-EB3C-4E59-9526-8D14621B8E12}" type="presOf" srcId="{5D1B0F19-6ACC-4BBD-BDB3-9B066A46F3C4}" destId="{8026143D-2FC1-44F0-9401-630661C57F84}" srcOrd="0" destOrd="0" presId="urn:microsoft.com/office/officeart/2005/8/layout/vProcess5"/>
    <dgm:cxn modelId="{5A4476A2-6374-4797-A561-BC1E5A1F7221}" type="presParOf" srcId="{8026143D-2FC1-44F0-9401-630661C57F84}" destId="{5D65B08A-1882-4161-98C2-58979B307FFC}" srcOrd="0" destOrd="0" presId="urn:microsoft.com/office/officeart/2005/8/layout/vProcess5"/>
    <dgm:cxn modelId="{A83F658A-CB8F-4CE7-8C04-4553A5E98ECB}" type="presParOf" srcId="{8026143D-2FC1-44F0-9401-630661C57F84}" destId="{E52ECE78-7989-4C93-A0E0-4A7FE83E57E1}" srcOrd="1" destOrd="0" presId="urn:microsoft.com/office/officeart/2005/8/layout/vProcess5"/>
    <dgm:cxn modelId="{628430D8-CDF8-4D74-A377-4A186FCB6D53}" type="presParOf" srcId="{8026143D-2FC1-44F0-9401-630661C57F84}" destId="{8ECA2863-7223-4C9E-8AD8-40AC9399112D}" srcOrd="2" destOrd="0" presId="urn:microsoft.com/office/officeart/2005/8/layout/vProcess5"/>
    <dgm:cxn modelId="{AC4B3E31-633D-4FFC-977C-6C00E527A634}" type="presParOf" srcId="{8026143D-2FC1-44F0-9401-630661C57F84}" destId="{27AFEC6C-26BE-4F83-892C-4D081D86FFFC}" srcOrd="3" destOrd="0" presId="urn:microsoft.com/office/officeart/2005/8/layout/vProcess5"/>
    <dgm:cxn modelId="{B8E9ED57-4160-403B-B402-48EF36B59650}" type="presParOf" srcId="{8026143D-2FC1-44F0-9401-630661C57F84}" destId="{BB438D33-ACBF-48F1-99DD-0082B97DF319}" srcOrd="4" destOrd="0" presId="urn:microsoft.com/office/officeart/2005/8/layout/vProcess5"/>
    <dgm:cxn modelId="{68BD970C-D111-41D3-8C16-451131F57EEF}" type="presParOf" srcId="{8026143D-2FC1-44F0-9401-630661C57F84}" destId="{96225B39-534A-44F0-9719-EB1AD5A4BA60}" srcOrd="5" destOrd="0" presId="urn:microsoft.com/office/officeart/2005/8/layout/vProcess5"/>
    <dgm:cxn modelId="{2E80F0C3-64B1-4510-BA94-DB598E9DA7AB}" type="presParOf" srcId="{8026143D-2FC1-44F0-9401-630661C57F84}" destId="{4020B2F9-0B50-4E3F-BD1E-72FD9A699505}" srcOrd="6" destOrd="0" presId="urn:microsoft.com/office/officeart/2005/8/layout/vProcess5"/>
    <dgm:cxn modelId="{70F44396-D9D0-4A11-BBC5-5DDFD5A45B90}" type="presParOf" srcId="{8026143D-2FC1-44F0-9401-630661C57F84}" destId="{A45CC874-DBAC-4BAC-B539-CFF073F0F8B4}" srcOrd="7" destOrd="0" presId="urn:microsoft.com/office/officeart/2005/8/layout/vProcess5"/>
    <dgm:cxn modelId="{75B880EA-30E6-4987-ACA1-80E50038E505}" type="presParOf" srcId="{8026143D-2FC1-44F0-9401-630661C57F84}" destId="{D90A5A83-36A2-431E-8D4E-E717D332DBEA}" srcOrd="8" destOrd="0" presId="urn:microsoft.com/office/officeart/2005/8/layout/vProcess5"/>
    <dgm:cxn modelId="{BFDBEFF1-3779-4330-94D2-55EC308680FB}" type="presParOf" srcId="{8026143D-2FC1-44F0-9401-630661C57F84}" destId="{F7B8A7A5-BB56-4CC2-A3FF-96BF2E358270}" srcOrd="9" destOrd="0" presId="urn:microsoft.com/office/officeart/2005/8/layout/vProcess5"/>
    <dgm:cxn modelId="{6ACBA05A-88DC-4211-8BAF-89B142488CE9}" type="presParOf" srcId="{8026143D-2FC1-44F0-9401-630661C57F84}" destId="{B0F2176D-CFFD-4396-ACEF-3FBB87118187}" srcOrd="10" destOrd="0" presId="urn:microsoft.com/office/officeart/2005/8/layout/vProcess5"/>
    <dgm:cxn modelId="{35C65F0F-6352-4284-9EC6-60DA488F5F44}" type="presParOf" srcId="{8026143D-2FC1-44F0-9401-630661C57F84}" destId="{34E0C8A2-F189-4854-8CE9-77503BB33D8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60C4C-05F2-4C9C-9D03-9373CDCA3B67}">
      <dsp:nvSpPr>
        <dsp:cNvPr id="0" name=""/>
        <dsp:cNvSpPr/>
      </dsp:nvSpPr>
      <dsp:spPr>
        <a:xfrm rot="10800000">
          <a:off x="1761589" y="3026"/>
          <a:ext cx="6015675" cy="88486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9020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Arial" panose="020B0604020202020204" pitchFamily="34" charset="0"/>
              <a:cs typeface="Arial" panose="020B0604020202020204" pitchFamily="34" charset="0"/>
            </a:rPr>
            <a:t>Dataset </a:t>
          </a:r>
          <a:r>
            <a:rPr lang="it-IT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Utilizzato:WA_Fn-UseC_-HR-Employee-Attrition.csv</a:t>
          </a:r>
          <a:endParaRPr lang="it-IT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1982806" y="3026"/>
        <a:ext cx="5794458" cy="884868"/>
      </dsp:txXfrm>
    </dsp:sp>
    <dsp:sp modelId="{C47F7A40-357A-4DDB-A0A6-1E2005DA39FC}">
      <dsp:nvSpPr>
        <dsp:cNvPr id="0" name=""/>
        <dsp:cNvSpPr/>
      </dsp:nvSpPr>
      <dsp:spPr>
        <a:xfrm>
          <a:off x="1294009" y="3026"/>
          <a:ext cx="884868" cy="88486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4F6528B-79E6-4488-9CC2-42996D53E6E8}">
      <dsp:nvSpPr>
        <dsp:cNvPr id="0" name=""/>
        <dsp:cNvSpPr/>
      </dsp:nvSpPr>
      <dsp:spPr>
        <a:xfrm rot="10800000">
          <a:off x="1736443" y="1152034"/>
          <a:ext cx="6015675" cy="88486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9020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Arial" panose="020B0604020202020204" pitchFamily="34" charset="0"/>
              <a:cs typeface="Arial" panose="020B0604020202020204" pitchFamily="34" charset="0"/>
            </a:rPr>
            <a:t>Obiettivo: Individuare i pattern legati all’abbandono dei dipendenti;</a:t>
          </a:r>
        </a:p>
      </dsp:txBody>
      <dsp:txXfrm rot="10800000">
        <a:off x="1957660" y="1152034"/>
        <a:ext cx="5794458" cy="884868"/>
      </dsp:txXfrm>
    </dsp:sp>
    <dsp:sp modelId="{E6A4260D-5B1E-42A0-A48A-C71F6746E39D}">
      <dsp:nvSpPr>
        <dsp:cNvPr id="0" name=""/>
        <dsp:cNvSpPr/>
      </dsp:nvSpPr>
      <dsp:spPr>
        <a:xfrm>
          <a:off x="1294009" y="1152034"/>
          <a:ext cx="884868" cy="88486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61A759C-11DB-4E11-B7CB-F19A81E4CFF1}">
      <dsp:nvSpPr>
        <dsp:cNvPr id="0" name=""/>
        <dsp:cNvSpPr/>
      </dsp:nvSpPr>
      <dsp:spPr>
        <a:xfrm rot="10800000">
          <a:off x="1736443" y="2301043"/>
          <a:ext cx="6015675" cy="88486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9020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Arial" panose="020B0604020202020204" pitchFamily="34" charset="0"/>
              <a:cs typeface="Arial" panose="020B0604020202020204" pitchFamily="34" charset="0"/>
            </a:rPr>
            <a:t>Strumenti Usati; Python(Pandas, Numpy, Seaborn, Jupyter Notebook) e Tableau;</a:t>
          </a:r>
        </a:p>
      </dsp:txBody>
      <dsp:txXfrm rot="10800000">
        <a:off x="1957660" y="2301043"/>
        <a:ext cx="5794458" cy="884868"/>
      </dsp:txXfrm>
    </dsp:sp>
    <dsp:sp modelId="{7D3B549B-C1CB-40E1-80C0-349B9D9E19A7}">
      <dsp:nvSpPr>
        <dsp:cNvPr id="0" name=""/>
        <dsp:cNvSpPr/>
      </dsp:nvSpPr>
      <dsp:spPr>
        <a:xfrm>
          <a:off x="1294009" y="2301043"/>
          <a:ext cx="884868" cy="88486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4AE23A2-E06D-4750-99BE-9041A3F2D6FA}">
      <dsp:nvSpPr>
        <dsp:cNvPr id="0" name=""/>
        <dsp:cNvSpPr/>
      </dsp:nvSpPr>
      <dsp:spPr>
        <a:xfrm rot="10800000">
          <a:off x="1736443" y="3450051"/>
          <a:ext cx="6015675" cy="88486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9020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Arial" panose="020B0604020202020204" pitchFamily="34" charset="0"/>
              <a:cs typeface="Arial" panose="020B0604020202020204" pitchFamily="34" charset="0"/>
            </a:rPr>
            <a:t>Metodo: Analisi esplorative, trasformazione dati e insight testuali;</a:t>
          </a:r>
        </a:p>
      </dsp:txBody>
      <dsp:txXfrm rot="10800000">
        <a:off x="1957660" y="3450051"/>
        <a:ext cx="5794458" cy="884868"/>
      </dsp:txXfrm>
    </dsp:sp>
    <dsp:sp modelId="{148A91B0-8F42-4F45-A660-FD36479C56EF}">
      <dsp:nvSpPr>
        <dsp:cNvPr id="0" name=""/>
        <dsp:cNvSpPr/>
      </dsp:nvSpPr>
      <dsp:spPr>
        <a:xfrm>
          <a:off x="1294009" y="3450051"/>
          <a:ext cx="884868" cy="88486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78E06-2A5B-452F-A6E2-4D253CDA5E2F}">
      <dsp:nvSpPr>
        <dsp:cNvPr id="0" name=""/>
        <dsp:cNvSpPr/>
      </dsp:nvSpPr>
      <dsp:spPr>
        <a:xfrm>
          <a:off x="0" y="143"/>
          <a:ext cx="3021242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Totale </a:t>
          </a:r>
          <a:r>
            <a:rPr lang="en-US" sz="2000" kern="1200" dirty="0" err="1"/>
            <a:t>dipendenti</a:t>
          </a:r>
          <a:r>
            <a:rPr lang="en-US" sz="2000" kern="1200" dirty="0"/>
            <a:t>: 1470</a:t>
          </a:r>
          <a:endParaRPr lang="it-IT" sz="2000" kern="1200" dirty="0"/>
        </a:p>
      </dsp:txBody>
      <dsp:txXfrm>
        <a:off x="38784" y="38927"/>
        <a:ext cx="2943674" cy="716935"/>
      </dsp:txXfrm>
    </dsp:sp>
    <dsp:sp modelId="{C536C9DB-FA5C-4DF1-B38B-00164F4B5B44}">
      <dsp:nvSpPr>
        <dsp:cNvPr id="0" name=""/>
        <dsp:cNvSpPr/>
      </dsp:nvSpPr>
      <dsp:spPr>
        <a:xfrm>
          <a:off x="0" y="852246"/>
          <a:ext cx="3021242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Impiegati </a:t>
          </a:r>
          <a:r>
            <a:rPr lang="en-US" sz="2000" kern="1200" dirty="0" err="1"/>
            <a:t>che</a:t>
          </a:r>
          <a:r>
            <a:rPr lang="en-US" sz="2000" kern="1200" dirty="0"/>
            <a:t> </a:t>
          </a:r>
          <a:r>
            <a:rPr lang="en-US" sz="2000" kern="1200" dirty="0" err="1"/>
            <a:t>fanno</a:t>
          </a:r>
          <a:r>
            <a:rPr lang="en-US" sz="2000" kern="1200" dirty="0"/>
            <a:t> straordinari: 28,29%</a:t>
          </a:r>
          <a:endParaRPr lang="it-IT" sz="2000" kern="1200" dirty="0"/>
        </a:p>
      </dsp:txBody>
      <dsp:txXfrm>
        <a:off x="38784" y="891030"/>
        <a:ext cx="2943674" cy="716935"/>
      </dsp:txXfrm>
    </dsp:sp>
    <dsp:sp modelId="{16668BAF-D0FF-4C36-96AB-C04BD1C86491}">
      <dsp:nvSpPr>
        <dsp:cNvPr id="0" name=""/>
        <dsp:cNvSpPr/>
      </dsp:nvSpPr>
      <dsp:spPr>
        <a:xfrm>
          <a:off x="0" y="1704349"/>
          <a:ext cx="3021242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Tasso di abbandono con li </a:t>
          </a:r>
          <a:r>
            <a:rPr lang="en-US" sz="2000" kern="1200" dirty="0" err="1"/>
            <a:t>straordinari</a:t>
          </a:r>
          <a:r>
            <a:rPr lang="en-US" sz="2000" kern="1200" dirty="0"/>
            <a:t>:  8,64%</a:t>
          </a:r>
          <a:endParaRPr lang="it-IT" sz="2000" kern="1200" dirty="0"/>
        </a:p>
      </dsp:txBody>
      <dsp:txXfrm>
        <a:off x="38784" y="1743133"/>
        <a:ext cx="2943674" cy="716935"/>
      </dsp:txXfrm>
    </dsp:sp>
    <dsp:sp modelId="{0429C3B8-9710-4915-93D2-1CBE30DF9C15}">
      <dsp:nvSpPr>
        <dsp:cNvPr id="0" name=""/>
        <dsp:cNvSpPr/>
      </dsp:nvSpPr>
      <dsp:spPr>
        <a:xfrm>
          <a:off x="0" y="2556452"/>
          <a:ext cx="3021242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Tasso di abbandono senza </a:t>
          </a:r>
          <a:r>
            <a:rPr lang="en-US" sz="2000" kern="1200" dirty="0" err="1"/>
            <a:t>straordinari</a:t>
          </a:r>
          <a:r>
            <a:rPr lang="en-US" sz="2000" kern="1200" dirty="0"/>
            <a:t>: 7,48%</a:t>
          </a:r>
          <a:endParaRPr lang="it-IT" sz="2000" kern="1200" dirty="0"/>
        </a:p>
      </dsp:txBody>
      <dsp:txXfrm>
        <a:off x="38784" y="2595236"/>
        <a:ext cx="2943674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78A31-C552-441D-85A9-EBEB5175E30E}">
      <dsp:nvSpPr>
        <dsp:cNvPr id="0" name=""/>
        <dsp:cNvSpPr/>
      </dsp:nvSpPr>
      <dsp:spPr>
        <a:xfrm rot="10800000">
          <a:off x="721619" y="290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Sales </a:t>
          </a:r>
          <a:r>
            <a:rPr lang="en-US" sz="1100" kern="1200" dirty="0" err="1">
              <a:latin typeface="Arial" panose="020B0604020202020204" pitchFamily="34" charset="0"/>
              <a:cs typeface="Arial" panose="020B0604020202020204" pitchFamily="34" charset="0"/>
            </a:rPr>
            <a:t>Esecutive</a:t>
          </a: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: 17,48%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290"/>
        <a:ext cx="2467122" cy="320162"/>
      </dsp:txXfrm>
    </dsp:sp>
    <dsp:sp modelId="{F7E08073-4104-4D4A-8803-821E6E5E655B}">
      <dsp:nvSpPr>
        <dsp:cNvPr id="0" name=""/>
        <dsp:cNvSpPr/>
      </dsp:nvSpPr>
      <dsp:spPr>
        <a:xfrm>
          <a:off x="561537" y="290"/>
          <a:ext cx="320162" cy="32016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D24BBD7-7A04-4E21-8E2C-94FBD8E121D5}">
      <dsp:nvSpPr>
        <dsp:cNvPr id="0" name=""/>
        <dsp:cNvSpPr/>
      </dsp:nvSpPr>
      <dsp:spPr>
        <a:xfrm rot="10800000">
          <a:off x="721619" y="416024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Research Scientist: 16,10%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416024"/>
        <a:ext cx="2467122" cy="320162"/>
      </dsp:txXfrm>
    </dsp:sp>
    <dsp:sp modelId="{29FD93E2-861C-49C7-85D1-BC76299554C3}">
      <dsp:nvSpPr>
        <dsp:cNvPr id="0" name=""/>
        <dsp:cNvSpPr/>
      </dsp:nvSpPr>
      <dsp:spPr>
        <a:xfrm>
          <a:off x="561537" y="416024"/>
          <a:ext cx="320162" cy="32016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A4A981A-00C5-4727-92A3-4B89DDEFE522}">
      <dsp:nvSpPr>
        <dsp:cNvPr id="0" name=""/>
        <dsp:cNvSpPr/>
      </dsp:nvSpPr>
      <dsp:spPr>
        <a:xfrm rot="10800000">
          <a:off x="721619" y="831758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Laboratory Technician: 23,94%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831758"/>
        <a:ext cx="2467122" cy="320162"/>
      </dsp:txXfrm>
    </dsp:sp>
    <dsp:sp modelId="{EB397709-EFC1-4718-9EC9-AD94D6DB8400}">
      <dsp:nvSpPr>
        <dsp:cNvPr id="0" name=""/>
        <dsp:cNvSpPr/>
      </dsp:nvSpPr>
      <dsp:spPr>
        <a:xfrm>
          <a:off x="561537" y="831758"/>
          <a:ext cx="320162" cy="32016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214E981-9883-44F7-BA82-28EA86494B13}">
      <dsp:nvSpPr>
        <dsp:cNvPr id="0" name=""/>
        <dsp:cNvSpPr/>
      </dsp:nvSpPr>
      <dsp:spPr>
        <a:xfrm rot="10800000">
          <a:off x="721619" y="1247491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Manufacturing Director: 6,90%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1247491"/>
        <a:ext cx="2467122" cy="320162"/>
      </dsp:txXfrm>
    </dsp:sp>
    <dsp:sp modelId="{390D12A8-6204-4E90-9AE8-52456FE2E34E}">
      <dsp:nvSpPr>
        <dsp:cNvPr id="0" name=""/>
        <dsp:cNvSpPr/>
      </dsp:nvSpPr>
      <dsp:spPr>
        <a:xfrm>
          <a:off x="561537" y="1247491"/>
          <a:ext cx="320162" cy="320162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A517B5-90FF-45F2-97EA-788495C424C4}">
      <dsp:nvSpPr>
        <dsp:cNvPr id="0" name=""/>
        <dsp:cNvSpPr/>
      </dsp:nvSpPr>
      <dsp:spPr>
        <a:xfrm rot="10800000">
          <a:off x="721619" y="1663225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Healthcare representative: 6,87%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1663225"/>
        <a:ext cx="2467122" cy="320162"/>
      </dsp:txXfrm>
    </dsp:sp>
    <dsp:sp modelId="{806210A9-CB6E-4E35-95C8-CF2B1DC8C961}">
      <dsp:nvSpPr>
        <dsp:cNvPr id="0" name=""/>
        <dsp:cNvSpPr/>
      </dsp:nvSpPr>
      <dsp:spPr>
        <a:xfrm>
          <a:off x="561537" y="1663225"/>
          <a:ext cx="320162" cy="320162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FDE6887-2613-49BE-BA02-07EBDAEAA5FE}">
      <dsp:nvSpPr>
        <dsp:cNvPr id="0" name=""/>
        <dsp:cNvSpPr/>
      </dsp:nvSpPr>
      <dsp:spPr>
        <a:xfrm rot="10800000">
          <a:off x="721619" y="2078959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Sales </a:t>
          </a:r>
          <a:r>
            <a:rPr lang="en-US" sz="1100" kern="1200" dirty="0" err="1">
              <a:latin typeface="Arial" panose="020B0604020202020204" pitchFamily="34" charset="0"/>
              <a:cs typeface="Arial" panose="020B0604020202020204" pitchFamily="34" charset="0"/>
            </a:rPr>
            <a:t>Reppresentative</a:t>
          </a: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: 39,76%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2078959"/>
        <a:ext cx="2467122" cy="320162"/>
      </dsp:txXfrm>
    </dsp:sp>
    <dsp:sp modelId="{5244E4F4-B248-44D4-9A7F-CAFB619681C4}">
      <dsp:nvSpPr>
        <dsp:cNvPr id="0" name=""/>
        <dsp:cNvSpPr/>
      </dsp:nvSpPr>
      <dsp:spPr>
        <a:xfrm>
          <a:off x="561537" y="2078959"/>
          <a:ext cx="320162" cy="320162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F0C7BC3-04A9-44C4-AA0A-86942AD2F612}">
      <dsp:nvSpPr>
        <dsp:cNvPr id="0" name=""/>
        <dsp:cNvSpPr/>
      </dsp:nvSpPr>
      <dsp:spPr>
        <a:xfrm rot="10800000">
          <a:off x="721619" y="2494692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Research Director: 2,50%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2494692"/>
        <a:ext cx="2467122" cy="320162"/>
      </dsp:txXfrm>
    </dsp:sp>
    <dsp:sp modelId="{DA338193-A602-47C7-AA7D-40D6F219A21F}">
      <dsp:nvSpPr>
        <dsp:cNvPr id="0" name=""/>
        <dsp:cNvSpPr/>
      </dsp:nvSpPr>
      <dsp:spPr>
        <a:xfrm>
          <a:off x="561537" y="2494692"/>
          <a:ext cx="320162" cy="320162"/>
        </a:xfrm>
        <a:prstGeom prst="ellipse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1BD5EB7-4912-451D-A799-08F68E15BCB9}">
      <dsp:nvSpPr>
        <dsp:cNvPr id="0" name=""/>
        <dsp:cNvSpPr/>
      </dsp:nvSpPr>
      <dsp:spPr>
        <a:xfrm rot="10800000">
          <a:off x="721619" y="2910426"/>
          <a:ext cx="2547162" cy="32016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1183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Human Resources: 23,08%</a:t>
          </a:r>
          <a:endParaRPr lang="it-IT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801659" y="2910426"/>
        <a:ext cx="2467122" cy="320162"/>
      </dsp:txXfrm>
    </dsp:sp>
    <dsp:sp modelId="{09FDF03F-D0CA-4A55-8F46-3681386BAF0A}">
      <dsp:nvSpPr>
        <dsp:cNvPr id="0" name=""/>
        <dsp:cNvSpPr/>
      </dsp:nvSpPr>
      <dsp:spPr>
        <a:xfrm>
          <a:off x="561537" y="2910426"/>
          <a:ext cx="320162" cy="320162"/>
        </a:xfrm>
        <a:prstGeom prst="ellipse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ECE78-7989-4C93-A0E0-4A7FE83E57E1}">
      <dsp:nvSpPr>
        <dsp:cNvPr id="0" name=""/>
        <dsp:cNvSpPr/>
      </dsp:nvSpPr>
      <dsp:spPr>
        <a:xfrm>
          <a:off x="0" y="0"/>
          <a:ext cx="2809562" cy="4276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rial" panose="020B0604020202020204" pitchFamily="34" charset="0"/>
              <a:cs typeface="Arial" panose="020B0604020202020204" pitchFamily="34" charset="0"/>
            </a:rPr>
            <a:t>Livello 4 (ottimo):17,65%</a:t>
          </a:r>
        </a:p>
      </dsp:txBody>
      <dsp:txXfrm>
        <a:off x="12526" y="12526"/>
        <a:ext cx="2311946" cy="402607"/>
      </dsp:txXfrm>
    </dsp:sp>
    <dsp:sp modelId="{8ECA2863-7223-4C9E-8AD8-40AC9399112D}">
      <dsp:nvSpPr>
        <dsp:cNvPr id="0" name=""/>
        <dsp:cNvSpPr/>
      </dsp:nvSpPr>
      <dsp:spPr>
        <a:xfrm>
          <a:off x="235300" y="505416"/>
          <a:ext cx="2809562" cy="4276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rial" panose="020B0604020202020204" pitchFamily="34" charset="0"/>
              <a:cs typeface="Arial" panose="020B0604020202020204" pitchFamily="34" charset="0"/>
            </a:rPr>
            <a:t>Livello 3(buono): 14,22%</a:t>
          </a:r>
        </a:p>
      </dsp:txBody>
      <dsp:txXfrm>
        <a:off x="247826" y="517942"/>
        <a:ext cx="2271230" cy="402607"/>
      </dsp:txXfrm>
    </dsp:sp>
    <dsp:sp modelId="{27AFEC6C-26BE-4F83-892C-4D081D86FFFC}">
      <dsp:nvSpPr>
        <dsp:cNvPr id="0" name=""/>
        <dsp:cNvSpPr/>
      </dsp:nvSpPr>
      <dsp:spPr>
        <a:xfrm>
          <a:off x="467089" y="1010832"/>
          <a:ext cx="2809562" cy="4276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rial" panose="020B0604020202020204" pitchFamily="34" charset="0"/>
              <a:cs typeface="Arial" panose="020B0604020202020204" pitchFamily="34" charset="0"/>
            </a:rPr>
            <a:t>Livello 2(mediocre): 16,86%</a:t>
          </a:r>
        </a:p>
      </dsp:txBody>
      <dsp:txXfrm>
        <a:off x="479615" y="1023358"/>
        <a:ext cx="2274742" cy="402607"/>
      </dsp:txXfrm>
    </dsp:sp>
    <dsp:sp modelId="{BB438D33-ACBF-48F1-99DD-0082B97DF319}">
      <dsp:nvSpPr>
        <dsp:cNvPr id="0" name=""/>
        <dsp:cNvSpPr/>
      </dsp:nvSpPr>
      <dsp:spPr>
        <a:xfrm>
          <a:off x="702390" y="1516248"/>
          <a:ext cx="2809562" cy="4276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rial" panose="020B0604020202020204" pitchFamily="34" charset="0"/>
              <a:cs typeface="Arial" panose="020B0604020202020204" pitchFamily="34" charset="0"/>
            </a:rPr>
            <a:t>Livello 1(scarso): 31,25%</a:t>
          </a:r>
        </a:p>
      </dsp:txBody>
      <dsp:txXfrm>
        <a:off x="714916" y="1528774"/>
        <a:ext cx="2271230" cy="402607"/>
      </dsp:txXfrm>
    </dsp:sp>
    <dsp:sp modelId="{96225B39-534A-44F0-9719-EB1AD5A4BA60}">
      <dsp:nvSpPr>
        <dsp:cNvPr id="0" name=""/>
        <dsp:cNvSpPr/>
      </dsp:nvSpPr>
      <dsp:spPr>
        <a:xfrm>
          <a:off x="2531583" y="327548"/>
          <a:ext cx="277978" cy="2779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 dirty="0"/>
        </a:p>
      </dsp:txBody>
      <dsp:txXfrm>
        <a:off x="2594128" y="327548"/>
        <a:ext cx="152888" cy="209178"/>
      </dsp:txXfrm>
    </dsp:sp>
    <dsp:sp modelId="{4020B2F9-0B50-4E3F-BD1E-72FD9A699505}">
      <dsp:nvSpPr>
        <dsp:cNvPr id="0" name=""/>
        <dsp:cNvSpPr/>
      </dsp:nvSpPr>
      <dsp:spPr>
        <a:xfrm>
          <a:off x="2766884" y="832964"/>
          <a:ext cx="277978" cy="2779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2829429" y="832964"/>
        <a:ext cx="152888" cy="209178"/>
      </dsp:txXfrm>
    </dsp:sp>
    <dsp:sp modelId="{A45CC874-DBAC-4BAC-B539-CFF073F0F8B4}">
      <dsp:nvSpPr>
        <dsp:cNvPr id="0" name=""/>
        <dsp:cNvSpPr/>
      </dsp:nvSpPr>
      <dsp:spPr>
        <a:xfrm>
          <a:off x="2998673" y="1338380"/>
          <a:ext cx="277978" cy="2779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3061218" y="1338380"/>
        <a:ext cx="152888" cy="209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584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97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046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335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396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709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734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91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756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430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576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July 16,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6B4FF8-E5E1-4A1F-AC63-C39DA82A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2248251"/>
            <a:ext cx="3290887" cy="3957285"/>
          </a:xfrm>
        </p:spPr>
        <p:txBody>
          <a:bodyPr anchor="ctr">
            <a:normAutofit/>
          </a:bodyPr>
          <a:lstStyle/>
          <a:p>
            <a:pPr algn="ctr"/>
            <a:r>
              <a:rPr lang="it-IT" sz="3600" dirty="0">
                <a:latin typeface="Segoe UI" panose="020B0502040204020203" pitchFamily="34" charset="0"/>
                <a:cs typeface="Segoe UI" panose="020B0502040204020203" pitchFamily="34" charset="0"/>
              </a:rPr>
              <a:t>Contesto e Obiettivi dell’analisi</a:t>
            </a:r>
          </a:p>
        </p:txBody>
      </p:sp>
      <p:pic>
        <p:nvPicPr>
          <p:cNvPr id="26" name="Picture 3" descr="Immagine che contiene Policromia, Elementi grafici, arancione, grafica&#10;&#10;Il contenuto generato dall'IA potrebbe non essere corretto.">
            <a:extLst>
              <a:ext uri="{FF2B5EF4-FFF2-40B4-BE49-F238E27FC236}">
                <a16:creationId xmlns:a16="http://schemas.microsoft.com/office/drawing/2014/main" id="{AA739ADD-9B2E-9251-1071-44D98A9BD1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15" b="25616"/>
          <a:stretch>
            <a:fillRect/>
          </a:stretch>
        </p:blipFill>
        <p:spPr>
          <a:xfrm>
            <a:off x="20" y="11"/>
            <a:ext cx="12191980" cy="224824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51" name="Diagramma 50">
            <a:extLst>
              <a:ext uri="{FF2B5EF4-FFF2-40B4-BE49-F238E27FC236}">
                <a16:creationId xmlns:a16="http://schemas.microsoft.com/office/drawing/2014/main" id="{75C810BF-FECB-474F-B9C5-659E60594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0245711"/>
              </p:ext>
            </p:extLst>
          </p:nvPr>
        </p:nvGraphicFramePr>
        <p:xfrm>
          <a:off x="3145872" y="2155971"/>
          <a:ext cx="9046128" cy="4337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349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Titolo 71">
            <a:extLst>
              <a:ext uri="{FF2B5EF4-FFF2-40B4-BE49-F238E27FC236}">
                <a16:creationId xmlns:a16="http://schemas.microsoft.com/office/drawing/2014/main" id="{1D5C1044-0067-40A0-8D9C-34CFFC7E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54" y="634767"/>
            <a:ext cx="3739341" cy="133083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Straordinari e rischio abbandono</a:t>
            </a:r>
          </a:p>
        </p:txBody>
      </p:sp>
      <p:graphicFrame>
        <p:nvGraphicFramePr>
          <p:cNvPr id="97" name="Segnaposto contenuto 96">
            <a:extLst>
              <a:ext uri="{FF2B5EF4-FFF2-40B4-BE49-F238E27FC236}">
                <a16:creationId xmlns:a16="http://schemas.microsoft.com/office/drawing/2014/main" id="{514FAA41-D6B7-4E67-B263-5F5AD09E636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4930842"/>
              </p:ext>
            </p:extLst>
          </p:nvPr>
        </p:nvGraphicFramePr>
        <p:xfrm>
          <a:off x="334355" y="2718032"/>
          <a:ext cx="3021242" cy="3351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Segnaposto contenuto 1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8F4A9F2-DF3B-4324-93A9-AD2158DC5E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410" y="1142449"/>
            <a:ext cx="6954473" cy="5292933"/>
          </a:xfr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5A32CD2-A482-49AD-B0AC-904FAFCC4515}"/>
              </a:ext>
            </a:extLst>
          </p:cNvPr>
          <p:cNvSpPr txBox="1"/>
          <p:nvPr/>
        </p:nvSpPr>
        <p:spPr>
          <a:xfrm>
            <a:off x="10603578" y="2860258"/>
            <a:ext cx="1493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Con Straordinari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9631ACF-9B3E-4D1C-91E2-C3B6B3BFC542}"/>
              </a:ext>
            </a:extLst>
          </p:cNvPr>
          <p:cNvSpPr txBox="1"/>
          <p:nvPr/>
        </p:nvSpPr>
        <p:spPr>
          <a:xfrm>
            <a:off x="7626845" y="3628560"/>
            <a:ext cx="1493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Senza Straordinari</a:t>
            </a:r>
          </a:p>
        </p:txBody>
      </p:sp>
    </p:spTree>
    <p:extLst>
      <p:ext uri="{BB962C8B-B14F-4D97-AF65-F5344CB8AC3E}">
        <p14:creationId xmlns:p14="http://schemas.microsoft.com/office/powerpoint/2010/main" val="96235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FE9EC23-A820-40C1-990B-DFD1D39C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34" y="202100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tasso di abbandono in base al Job role dei impiegati</a:t>
            </a:r>
          </a:p>
        </p:txBody>
      </p:sp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772232B5-C100-494F-BA7F-D73E80CBBE6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6085706"/>
              </p:ext>
            </p:extLst>
          </p:nvPr>
        </p:nvGraphicFramePr>
        <p:xfrm>
          <a:off x="406400" y="2428240"/>
          <a:ext cx="3830320" cy="323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Freeform: Shape 1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Segnaposto contenuto 5" descr="Immagine che contiene testo, schermata, Parallelo, Rettangolo&#10;&#10;Il contenuto generato dall'IA potrebbe non essere corretto.">
            <a:extLst>
              <a:ext uri="{FF2B5EF4-FFF2-40B4-BE49-F238E27FC236}">
                <a16:creationId xmlns:a16="http://schemas.microsoft.com/office/drawing/2014/main" id="{FA9D6DA5-8954-4CB6-A4F0-32C34CDE80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165" y="1724635"/>
            <a:ext cx="7095595" cy="4484779"/>
          </a:xfrm>
        </p:spPr>
      </p:pic>
    </p:spTree>
    <p:extLst>
      <p:ext uri="{BB962C8B-B14F-4D97-AF65-F5344CB8AC3E}">
        <p14:creationId xmlns:p14="http://schemas.microsoft.com/office/powerpoint/2010/main" val="156168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EAF5209-048B-4D77-90CD-CF63B16CD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 il </a:t>
            </a:r>
            <a:r>
              <a:rPr lang="en-US" sz="3600" kern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rapporto</a:t>
            </a:r>
            <a:r>
              <a:rPr lang="en-US" sz="36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lavoro</a:t>
            </a:r>
            <a:r>
              <a:rPr lang="en-US" sz="36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-tempo libero influenza </a:t>
            </a:r>
            <a:r>
              <a:rPr lang="en-US" sz="3600" kern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l’attrition</a:t>
            </a:r>
            <a:r>
              <a:rPr lang="en-US" sz="3600" kern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61330A57-BE7C-4D80-B028-AB4038EB521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1638294"/>
              </p:ext>
            </p:extLst>
          </p:nvPr>
        </p:nvGraphicFramePr>
        <p:xfrm>
          <a:off x="684127" y="2852258"/>
          <a:ext cx="3511953" cy="1943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Segnaposto contenuto 7" descr="Immagine che contiene testo, schermata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3CD3671B-669D-4ECE-AF23-0B57C9E15E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60" y="1818641"/>
            <a:ext cx="6725920" cy="4390772"/>
          </a:xfrm>
        </p:spPr>
      </p:pic>
    </p:spTree>
    <p:extLst>
      <p:ext uri="{BB962C8B-B14F-4D97-AF65-F5344CB8AC3E}">
        <p14:creationId xmlns:p14="http://schemas.microsoft.com/office/powerpoint/2010/main" val="18535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</TotalTime>
  <Words>175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Contesto e Obiettivi dell’analisi</vt:lpstr>
      <vt:lpstr>Straordinari e rischio abbandono</vt:lpstr>
      <vt:lpstr>Il tasso di abbandono in base al Job role dei impiegati</vt:lpstr>
      <vt:lpstr>Come il rapporto lavoro-tempo libero influenza l’attrition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Contesto e Obiettivi dell’analisi</dc:title>
  <dc:creator>EDUARD GOLOGAN</dc:creator>
  <cp:lastModifiedBy>EDUARD GOLOGAN</cp:lastModifiedBy>
  <cp:revision>42</cp:revision>
  <dcterms:created xsi:type="dcterms:W3CDTF">2025-07-14T12:16:54Z</dcterms:created>
  <dcterms:modified xsi:type="dcterms:W3CDTF">2025-07-16T07:49:29Z</dcterms:modified>
</cp:coreProperties>
</file>